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5" r:id="rId18"/>
    <p:sldId id="274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AE2C3A-100C-FC20-E746-2AB1B59AC64D}" v="3" dt="2025-12-04T23:00:10.971"/>
    <p1510:client id="{1CB6B8A6-FFD3-AFF7-B81A-AB1D2E85AE77}" v="171" dt="2025-12-04T23:27:51.061"/>
    <p1510:client id="{36EE8FB3-EECF-7A35-56EA-CFE18A62E638}" v="2" dt="2025-12-05T01:39:59.499"/>
    <p1510:client id="{37825345-9D29-12E5-EA7E-2313BEEC133F}" v="322" dt="2025-12-05T00:13:15.800"/>
    <p1510:client id="{52888FBB-1523-A9E1-1083-91CC93F4D0A6}" v="15" dt="2025-12-04T23:31:00.230"/>
    <p1510:client id="{8CAA0AF2-236B-A7D2-43D8-DA41263B35B5}" v="201" dt="2025-12-05T01:34:08.043"/>
    <p1510:client id="{9612F298-6E80-5434-6A1F-9697366965F0}" v="34" dt="2025-12-04T22:18:19.140"/>
    <p1510:client id="{C9A587EC-FBD1-B33A-62E7-FC34BA95B7AF}" v="23" dt="2025-12-04T18:29:05.149"/>
    <p1510:client id="{CB5A4686-CD46-FB4C-5A07-302DFE36E0C7}" v="5" dt="2025-12-05T04:48:57.680"/>
    <p1510:client id="{F19F58A2-E8AF-9CA7-D1D0-1C9283739CA3}" v="26" dt="2025-12-04T18:09:13.693"/>
    <p1510:client id="{FCD716FC-70F3-4B31-B3CB-8E8038C8D04C}" v="316" dt="2025-12-04T19:26:28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407A5E-21B2-4184-92F5-12C2CF1EA8D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E875B3C-E642-4EA3-AED8-3F9820E586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Introduction</a:t>
          </a:r>
        </a:p>
      </dgm:t>
    </dgm:pt>
    <dgm:pt modelId="{693881C2-ED07-4AA0-89E1-570459AE964B}" type="parTrans" cxnId="{B1A9D0BC-B9A0-42D3-88B8-EBC69A0A0963}">
      <dgm:prSet/>
      <dgm:spPr/>
      <dgm:t>
        <a:bodyPr/>
        <a:lstStyle/>
        <a:p>
          <a:endParaRPr lang="en-US"/>
        </a:p>
      </dgm:t>
    </dgm:pt>
    <dgm:pt modelId="{7D70C70E-6529-432A-A0C6-5E8DE2D90296}" type="sibTrans" cxnId="{B1A9D0BC-B9A0-42D3-88B8-EBC69A0A0963}">
      <dgm:prSet/>
      <dgm:spPr/>
      <dgm:t>
        <a:bodyPr/>
        <a:lstStyle/>
        <a:p>
          <a:endParaRPr lang="en-US"/>
        </a:p>
      </dgm:t>
    </dgm:pt>
    <dgm:pt modelId="{DB8AD733-25B6-48A6-B769-01B5EC3235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Overview </a:t>
          </a:r>
        </a:p>
      </dgm:t>
    </dgm:pt>
    <dgm:pt modelId="{33D8862B-EF5E-4BAC-8CD7-F29F26C8322F}" type="parTrans" cxnId="{14BE4A0D-0BEA-49FB-8BAC-2AEA478185F6}">
      <dgm:prSet/>
      <dgm:spPr/>
      <dgm:t>
        <a:bodyPr/>
        <a:lstStyle/>
        <a:p>
          <a:endParaRPr lang="en-US"/>
        </a:p>
      </dgm:t>
    </dgm:pt>
    <dgm:pt modelId="{46D4BD7A-EF98-4CBC-AC83-884EA00CDC4A}" type="sibTrans" cxnId="{14BE4A0D-0BEA-49FB-8BAC-2AEA478185F6}">
      <dgm:prSet/>
      <dgm:spPr/>
      <dgm:t>
        <a:bodyPr/>
        <a:lstStyle/>
        <a:p>
          <a:endParaRPr lang="en-US"/>
        </a:p>
      </dgm:t>
    </dgm:pt>
    <dgm:pt modelId="{E1CCF506-50DD-4C95-8987-C12421A686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Methods</a:t>
          </a:r>
        </a:p>
      </dgm:t>
    </dgm:pt>
    <dgm:pt modelId="{233435EF-6D8B-4071-838E-94AE129EA3BD}" type="parTrans" cxnId="{238E4876-586F-426A-8720-603F9F7E2030}">
      <dgm:prSet/>
      <dgm:spPr/>
      <dgm:t>
        <a:bodyPr/>
        <a:lstStyle/>
        <a:p>
          <a:endParaRPr lang="en-US"/>
        </a:p>
      </dgm:t>
    </dgm:pt>
    <dgm:pt modelId="{56E25E99-829A-4C3F-9CCB-5FAC2B10A555}" type="sibTrans" cxnId="{238E4876-586F-426A-8720-603F9F7E2030}">
      <dgm:prSet/>
      <dgm:spPr/>
      <dgm:t>
        <a:bodyPr/>
        <a:lstStyle/>
        <a:p>
          <a:endParaRPr lang="en-US"/>
        </a:p>
      </dgm:t>
    </dgm:pt>
    <dgm:pt modelId="{58C092E8-8E91-4230-8727-5D3125D4D9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Findings</a:t>
          </a:r>
        </a:p>
      </dgm:t>
    </dgm:pt>
    <dgm:pt modelId="{2DD56C55-B2B4-4D4F-8714-D9A4449F4242}" type="parTrans" cxnId="{5A6E591D-0EE7-4295-ACE0-3E027C1EE37B}">
      <dgm:prSet/>
      <dgm:spPr/>
      <dgm:t>
        <a:bodyPr/>
        <a:lstStyle/>
        <a:p>
          <a:endParaRPr lang="en-US"/>
        </a:p>
      </dgm:t>
    </dgm:pt>
    <dgm:pt modelId="{94769D76-3CC6-4CBA-BE9A-BD8040931082}" type="sibTrans" cxnId="{5A6E591D-0EE7-4295-ACE0-3E027C1EE37B}">
      <dgm:prSet/>
      <dgm:spPr/>
      <dgm:t>
        <a:bodyPr/>
        <a:lstStyle/>
        <a:p>
          <a:endParaRPr lang="en-US"/>
        </a:p>
      </dgm:t>
    </dgm:pt>
    <dgm:pt modelId="{A8AA538C-C2C1-4E72-86F3-854850A74F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Conclusion</a:t>
          </a:r>
        </a:p>
      </dgm:t>
    </dgm:pt>
    <dgm:pt modelId="{F4E45313-B571-46FB-9203-B048D7171EFA}" type="parTrans" cxnId="{F1346B98-42D3-4311-B2DB-E1DB3543CDC8}">
      <dgm:prSet/>
      <dgm:spPr/>
      <dgm:t>
        <a:bodyPr/>
        <a:lstStyle/>
        <a:p>
          <a:endParaRPr lang="en-US"/>
        </a:p>
      </dgm:t>
    </dgm:pt>
    <dgm:pt modelId="{6E81C243-953C-4BC2-830A-1BE2F652EE6B}" type="sibTrans" cxnId="{F1346B98-42D3-4311-B2DB-E1DB3543CDC8}">
      <dgm:prSet/>
      <dgm:spPr/>
      <dgm:t>
        <a:bodyPr/>
        <a:lstStyle/>
        <a:p>
          <a:endParaRPr lang="en-US"/>
        </a:p>
      </dgm:t>
    </dgm:pt>
    <dgm:pt modelId="{91746F6A-C064-4EA4-98E1-865DA1F56C8C}" type="pres">
      <dgm:prSet presAssocID="{6D407A5E-21B2-4184-92F5-12C2CF1EA8DB}" presName="root" presStyleCnt="0">
        <dgm:presLayoutVars>
          <dgm:dir/>
          <dgm:resizeHandles val="exact"/>
        </dgm:presLayoutVars>
      </dgm:prSet>
      <dgm:spPr/>
    </dgm:pt>
    <dgm:pt modelId="{812B69FD-B7A6-4FB2-B4F4-9D8ED0856269}" type="pres">
      <dgm:prSet presAssocID="{9E875B3C-E642-4EA3-AED8-3F9820E5861A}" presName="compNode" presStyleCnt="0"/>
      <dgm:spPr/>
    </dgm:pt>
    <dgm:pt modelId="{C6A0B056-B480-478B-9D4B-41C16FDD94B9}" type="pres">
      <dgm:prSet presAssocID="{9E875B3C-E642-4EA3-AED8-3F9820E5861A}" presName="bgRect" presStyleLbl="bgShp" presStyleIdx="0" presStyleCnt="5"/>
      <dgm:spPr/>
    </dgm:pt>
    <dgm:pt modelId="{87B79734-8A8F-46C5-9E5C-2C7D790864B6}" type="pres">
      <dgm:prSet presAssocID="{9E875B3C-E642-4EA3-AED8-3F9820E5861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3EA62C4F-6CAB-48D4-BAAF-8C0F87E1D809}" type="pres">
      <dgm:prSet presAssocID="{9E875B3C-E642-4EA3-AED8-3F9820E5861A}" presName="spaceRect" presStyleCnt="0"/>
      <dgm:spPr/>
    </dgm:pt>
    <dgm:pt modelId="{AFC4E84E-3423-4A15-99FA-3C8653C626D3}" type="pres">
      <dgm:prSet presAssocID="{9E875B3C-E642-4EA3-AED8-3F9820E5861A}" presName="parTx" presStyleLbl="revTx" presStyleIdx="0" presStyleCnt="5">
        <dgm:presLayoutVars>
          <dgm:chMax val="0"/>
          <dgm:chPref val="0"/>
        </dgm:presLayoutVars>
      </dgm:prSet>
      <dgm:spPr/>
    </dgm:pt>
    <dgm:pt modelId="{41BD99D9-8A9D-4460-8EC1-E0FE8CB5FAEE}" type="pres">
      <dgm:prSet presAssocID="{7D70C70E-6529-432A-A0C6-5E8DE2D90296}" presName="sibTrans" presStyleCnt="0"/>
      <dgm:spPr/>
    </dgm:pt>
    <dgm:pt modelId="{94779D2C-43AF-4042-9DCC-1F2FB0B2D4E2}" type="pres">
      <dgm:prSet presAssocID="{DB8AD733-25B6-48A6-B769-01B5EC3235DE}" presName="compNode" presStyleCnt="0"/>
      <dgm:spPr/>
    </dgm:pt>
    <dgm:pt modelId="{9BCBA783-8B30-4405-A106-6FA8A055D2DE}" type="pres">
      <dgm:prSet presAssocID="{DB8AD733-25B6-48A6-B769-01B5EC3235DE}" presName="bgRect" presStyleLbl="bgShp" presStyleIdx="1" presStyleCnt="5"/>
      <dgm:spPr/>
    </dgm:pt>
    <dgm:pt modelId="{3A5B8A74-8C75-4708-8997-EEBCBF870276}" type="pres">
      <dgm:prSet presAssocID="{DB8AD733-25B6-48A6-B769-01B5EC3235D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C686415-F951-40D6-9EE0-4D58F4F04065}" type="pres">
      <dgm:prSet presAssocID="{DB8AD733-25B6-48A6-B769-01B5EC3235DE}" presName="spaceRect" presStyleCnt="0"/>
      <dgm:spPr/>
    </dgm:pt>
    <dgm:pt modelId="{B2F69357-EFC6-436E-8EA1-45524136BC29}" type="pres">
      <dgm:prSet presAssocID="{DB8AD733-25B6-48A6-B769-01B5EC3235DE}" presName="parTx" presStyleLbl="revTx" presStyleIdx="1" presStyleCnt="5">
        <dgm:presLayoutVars>
          <dgm:chMax val="0"/>
          <dgm:chPref val="0"/>
        </dgm:presLayoutVars>
      </dgm:prSet>
      <dgm:spPr/>
    </dgm:pt>
    <dgm:pt modelId="{1FD79A61-7132-4478-B641-E572B960F8E8}" type="pres">
      <dgm:prSet presAssocID="{46D4BD7A-EF98-4CBC-AC83-884EA00CDC4A}" presName="sibTrans" presStyleCnt="0"/>
      <dgm:spPr/>
    </dgm:pt>
    <dgm:pt modelId="{80B56B48-3CDD-46D4-8DF6-0C8A78F1A5D1}" type="pres">
      <dgm:prSet presAssocID="{E1CCF506-50DD-4C95-8987-C12421A68633}" presName="compNode" presStyleCnt="0"/>
      <dgm:spPr/>
    </dgm:pt>
    <dgm:pt modelId="{3C1AB302-9B3F-4002-AF82-5CD0A5FED262}" type="pres">
      <dgm:prSet presAssocID="{E1CCF506-50DD-4C95-8987-C12421A68633}" presName="bgRect" presStyleLbl="bgShp" presStyleIdx="2" presStyleCnt="5"/>
      <dgm:spPr/>
    </dgm:pt>
    <dgm:pt modelId="{450B5C8E-C274-4533-A00F-BEF00E4C7097}" type="pres">
      <dgm:prSet presAssocID="{E1CCF506-50DD-4C95-8987-C12421A6863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Plan"/>
        </a:ext>
      </dgm:extLst>
    </dgm:pt>
    <dgm:pt modelId="{50BFDAE9-8984-43FE-91E2-A1B708EA5FAA}" type="pres">
      <dgm:prSet presAssocID="{E1CCF506-50DD-4C95-8987-C12421A68633}" presName="spaceRect" presStyleCnt="0"/>
      <dgm:spPr/>
    </dgm:pt>
    <dgm:pt modelId="{4CAC89CD-4F1A-40E4-AA02-30170FC5EC3D}" type="pres">
      <dgm:prSet presAssocID="{E1CCF506-50DD-4C95-8987-C12421A68633}" presName="parTx" presStyleLbl="revTx" presStyleIdx="2" presStyleCnt="5">
        <dgm:presLayoutVars>
          <dgm:chMax val="0"/>
          <dgm:chPref val="0"/>
        </dgm:presLayoutVars>
      </dgm:prSet>
      <dgm:spPr/>
    </dgm:pt>
    <dgm:pt modelId="{E961D37A-A4FC-4400-A7D4-A3A1F2B1D206}" type="pres">
      <dgm:prSet presAssocID="{56E25E99-829A-4C3F-9CCB-5FAC2B10A555}" presName="sibTrans" presStyleCnt="0"/>
      <dgm:spPr/>
    </dgm:pt>
    <dgm:pt modelId="{4DA22926-9DF4-414F-81F6-4865F34C0220}" type="pres">
      <dgm:prSet presAssocID="{58C092E8-8E91-4230-8727-5D3125D4D988}" presName="compNode" presStyleCnt="0"/>
      <dgm:spPr/>
    </dgm:pt>
    <dgm:pt modelId="{89E517E8-CEF6-48A9-B3C9-C5FCA9E05890}" type="pres">
      <dgm:prSet presAssocID="{58C092E8-8E91-4230-8727-5D3125D4D988}" presName="bgRect" presStyleLbl="bgShp" presStyleIdx="3" presStyleCnt="5"/>
      <dgm:spPr/>
    </dgm:pt>
    <dgm:pt modelId="{300CA9D0-F256-420E-B80D-50BE0D070111}" type="pres">
      <dgm:prSet presAssocID="{58C092E8-8E91-4230-8727-5D3125D4D98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7FD39F13-4032-426B-B989-2F402CD1FE24}" type="pres">
      <dgm:prSet presAssocID="{58C092E8-8E91-4230-8727-5D3125D4D988}" presName="spaceRect" presStyleCnt="0"/>
      <dgm:spPr/>
    </dgm:pt>
    <dgm:pt modelId="{F1AE771B-D505-49D1-85BB-D1BC2BDA52C7}" type="pres">
      <dgm:prSet presAssocID="{58C092E8-8E91-4230-8727-5D3125D4D988}" presName="parTx" presStyleLbl="revTx" presStyleIdx="3" presStyleCnt="5">
        <dgm:presLayoutVars>
          <dgm:chMax val="0"/>
          <dgm:chPref val="0"/>
        </dgm:presLayoutVars>
      </dgm:prSet>
      <dgm:spPr/>
    </dgm:pt>
    <dgm:pt modelId="{877C5D2E-1618-44F5-9458-A4A38FF1C33C}" type="pres">
      <dgm:prSet presAssocID="{94769D76-3CC6-4CBA-BE9A-BD8040931082}" presName="sibTrans" presStyleCnt="0"/>
      <dgm:spPr/>
    </dgm:pt>
    <dgm:pt modelId="{03FD3500-AF86-4CEA-9D63-C85F06E7DA80}" type="pres">
      <dgm:prSet presAssocID="{A8AA538C-C2C1-4E72-86F3-854850A74FE9}" presName="compNode" presStyleCnt="0"/>
      <dgm:spPr/>
    </dgm:pt>
    <dgm:pt modelId="{C0A3BA7E-7A74-4B5C-9F12-888822653DA8}" type="pres">
      <dgm:prSet presAssocID="{A8AA538C-C2C1-4E72-86F3-854850A74FE9}" presName="bgRect" presStyleLbl="bgShp" presStyleIdx="4" presStyleCnt="5"/>
      <dgm:spPr/>
    </dgm:pt>
    <dgm:pt modelId="{B31E00FD-BC29-4B29-9FDB-50363515679D}" type="pres">
      <dgm:prSet presAssocID="{A8AA538C-C2C1-4E72-86F3-854850A74FE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E8B03E0F-C8B7-47F7-A6D5-9CA8C9B679B0}" type="pres">
      <dgm:prSet presAssocID="{A8AA538C-C2C1-4E72-86F3-854850A74FE9}" presName="spaceRect" presStyleCnt="0"/>
      <dgm:spPr/>
    </dgm:pt>
    <dgm:pt modelId="{8677B7EE-D7EE-42F0-92BB-19B7AEC8F50E}" type="pres">
      <dgm:prSet presAssocID="{A8AA538C-C2C1-4E72-86F3-854850A74FE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4BE4A0D-0BEA-49FB-8BAC-2AEA478185F6}" srcId="{6D407A5E-21B2-4184-92F5-12C2CF1EA8DB}" destId="{DB8AD733-25B6-48A6-B769-01B5EC3235DE}" srcOrd="1" destOrd="0" parTransId="{33D8862B-EF5E-4BAC-8CD7-F29F26C8322F}" sibTransId="{46D4BD7A-EF98-4CBC-AC83-884EA00CDC4A}"/>
    <dgm:cxn modelId="{C6246113-DBA9-4570-8462-A6C5C40BFEB8}" type="presOf" srcId="{E1CCF506-50DD-4C95-8987-C12421A68633}" destId="{4CAC89CD-4F1A-40E4-AA02-30170FC5EC3D}" srcOrd="0" destOrd="0" presId="urn:microsoft.com/office/officeart/2018/2/layout/IconVerticalSolidList"/>
    <dgm:cxn modelId="{5A6E591D-0EE7-4295-ACE0-3E027C1EE37B}" srcId="{6D407A5E-21B2-4184-92F5-12C2CF1EA8DB}" destId="{58C092E8-8E91-4230-8727-5D3125D4D988}" srcOrd="3" destOrd="0" parTransId="{2DD56C55-B2B4-4D4F-8714-D9A4449F4242}" sibTransId="{94769D76-3CC6-4CBA-BE9A-BD8040931082}"/>
    <dgm:cxn modelId="{00574043-0B6C-49B1-A106-71FE61A2D4FC}" type="presOf" srcId="{58C092E8-8E91-4230-8727-5D3125D4D988}" destId="{F1AE771B-D505-49D1-85BB-D1BC2BDA52C7}" srcOrd="0" destOrd="0" presId="urn:microsoft.com/office/officeart/2018/2/layout/IconVerticalSolidList"/>
    <dgm:cxn modelId="{0D774E50-D0E9-4A62-9611-7CE998E644B7}" type="presOf" srcId="{6D407A5E-21B2-4184-92F5-12C2CF1EA8DB}" destId="{91746F6A-C064-4EA4-98E1-865DA1F56C8C}" srcOrd="0" destOrd="0" presId="urn:microsoft.com/office/officeart/2018/2/layout/IconVerticalSolidList"/>
    <dgm:cxn modelId="{931A0A74-9766-4513-AC36-D60D683F4F71}" type="presOf" srcId="{A8AA538C-C2C1-4E72-86F3-854850A74FE9}" destId="{8677B7EE-D7EE-42F0-92BB-19B7AEC8F50E}" srcOrd="0" destOrd="0" presId="urn:microsoft.com/office/officeart/2018/2/layout/IconVerticalSolidList"/>
    <dgm:cxn modelId="{238E4876-586F-426A-8720-603F9F7E2030}" srcId="{6D407A5E-21B2-4184-92F5-12C2CF1EA8DB}" destId="{E1CCF506-50DD-4C95-8987-C12421A68633}" srcOrd="2" destOrd="0" parTransId="{233435EF-6D8B-4071-838E-94AE129EA3BD}" sibTransId="{56E25E99-829A-4C3F-9CCB-5FAC2B10A555}"/>
    <dgm:cxn modelId="{DBD8B690-47B3-4A6F-A9F2-308CBF5AFDE9}" type="presOf" srcId="{9E875B3C-E642-4EA3-AED8-3F9820E5861A}" destId="{AFC4E84E-3423-4A15-99FA-3C8653C626D3}" srcOrd="0" destOrd="0" presId="urn:microsoft.com/office/officeart/2018/2/layout/IconVerticalSolidList"/>
    <dgm:cxn modelId="{F1346B98-42D3-4311-B2DB-E1DB3543CDC8}" srcId="{6D407A5E-21B2-4184-92F5-12C2CF1EA8DB}" destId="{A8AA538C-C2C1-4E72-86F3-854850A74FE9}" srcOrd="4" destOrd="0" parTransId="{F4E45313-B571-46FB-9203-B048D7171EFA}" sibTransId="{6E81C243-953C-4BC2-830A-1BE2F652EE6B}"/>
    <dgm:cxn modelId="{B1A9D0BC-B9A0-42D3-88B8-EBC69A0A0963}" srcId="{6D407A5E-21B2-4184-92F5-12C2CF1EA8DB}" destId="{9E875B3C-E642-4EA3-AED8-3F9820E5861A}" srcOrd="0" destOrd="0" parTransId="{693881C2-ED07-4AA0-89E1-570459AE964B}" sibTransId="{7D70C70E-6529-432A-A0C6-5E8DE2D90296}"/>
    <dgm:cxn modelId="{687323E7-A92F-4B26-9D1C-B01FD8145E4C}" type="presOf" srcId="{DB8AD733-25B6-48A6-B769-01B5EC3235DE}" destId="{B2F69357-EFC6-436E-8EA1-45524136BC29}" srcOrd="0" destOrd="0" presId="urn:microsoft.com/office/officeart/2018/2/layout/IconVerticalSolidList"/>
    <dgm:cxn modelId="{BD83FE24-B6C9-4BA8-B741-AB4EF8684AA8}" type="presParOf" srcId="{91746F6A-C064-4EA4-98E1-865DA1F56C8C}" destId="{812B69FD-B7A6-4FB2-B4F4-9D8ED0856269}" srcOrd="0" destOrd="0" presId="urn:microsoft.com/office/officeart/2018/2/layout/IconVerticalSolidList"/>
    <dgm:cxn modelId="{1B0E7E6A-53AF-4D16-95F1-032CB7BD2962}" type="presParOf" srcId="{812B69FD-B7A6-4FB2-B4F4-9D8ED0856269}" destId="{C6A0B056-B480-478B-9D4B-41C16FDD94B9}" srcOrd="0" destOrd="0" presId="urn:microsoft.com/office/officeart/2018/2/layout/IconVerticalSolidList"/>
    <dgm:cxn modelId="{F30B0589-0D83-4926-9612-86299C66D0F6}" type="presParOf" srcId="{812B69FD-B7A6-4FB2-B4F4-9D8ED0856269}" destId="{87B79734-8A8F-46C5-9E5C-2C7D790864B6}" srcOrd="1" destOrd="0" presId="urn:microsoft.com/office/officeart/2018/2/layout/IconVerticalSolidList"/>
    <dgm:cxn modelId="{41506EBE-0421-49AB-9D52-FF9072D5A0C4}" type="presParOf" srcId="{812B69FD-B7A6-4FB2-B4F4-9D8ED0856269}" destId="{3EA62C4F-6CAB-48D4-BAAF-8C0F87E1D809}" srcOrd="2" destOrd="0" presId="urn:microsoft.com/office/officeart/2018/2/layout/IconVerticalSolidList"/>
    <dgm:cxn modelId="{98617264-271D-4F60-BFB8-9698EED3EDED}" type="presParOf" srcId="{812B69FD-B7A6-4FB2-B4F4-9D8ED0856269}" destId="{AFC4E84E-3423-4A15-99FA-3C8653C626D3}" srcOrd="3" destOrd="0" presId="urn:microsoft.com/office/officeart/2018/2/layout/IconVerticalSolidList"/>
    <dgm:cxn modelId="{B6D2C529-50C6-4F8F-8C59-148BB259FD36}" type="presParOf" srcId="{91746F6A-C064-4EA4-98E1-865DA1F56C8C}" destId="{41BD99D9-8A9D-4460-8EC1-E0FE8CB5FAEE}" srcOrd="1" destOrd="0" presId="urn:microsoft.com/office/officeart/2018/2/layout/IconVerticalSolidList"/>
    <dgm:cxn modelId="{615D1085-72FA-47F1-87A1-48D4675E4D9F}" type="presParOf" srcId="{91746F6A-C064-4EA4-98E1-865DA1F56C8C}" destId="{94779D2C-43AF-4042-9DCC-1F2FB0B2D4E2}" srcOrd="2" destOrd="0" presId="urn:microsoft.com/office/officeart/2018/2/layout/IconVerticalSolidList"/>
    <dgm:cxn modelId="{7BD981B5-B5AE-469A-9A8F-379BA059FFB4}" type="presParOf" srcId="{94779D2C-43AF-4042-9DCC-1F2FB0B2D4E2}" destId="{9BCBA783-8B30-4405-A106-6FA8A055D2DE}" srcOrd="0" destOrd="0" presId="urn:microsoft.com/office/officeart/2018/2/layout/IconVerticalSolidList"/>
    <dgm:cxn modelId="{E7B14B04-EE01-4D5A-BB01-22E3297A0C42}" type="presParOf" srcId="{94779D2C-43AF-4042-9DCC-1F2FB0B2D4E2}" destId="{3A5B8A74-8C75-4708-8997-EEBCBF870276}" srcOrd="1" destOrd="0" presId="urn:microsoft.com/office/officeart/2018/2/layout/IconVerticalSolidList"/>
    <dgm:cxn modelId="{245A07F6-8355-406D-8482-218C652C154B}" type="presParOf" srcId="{94779D2C-43AF-4042-9DCC-1F2FB0B2D4E2}" destId="{3C686415-F951-40D6-9EE0-4D58F4F04065}" srcOrd="2" destOrd="0" presId="urn:microsoft.com/office/officeart/2018/2/layout/IconVerticalSolidList"/>
    <dgm:cxn modelId="{30C5E531-494F-4646-95BB-DE5A0F867050}" type="presParOf" srcId="{94779D2C-43AF-4042-9DCC-1F2FB0B2D4E2}" destId="{B2F69357-EFC6-436E-8EA1-45524136BC29}" srcOrd="3" destOrd="0" presId="urn:microsoft.com/office/officeart/2018/2/layout/IconVerticalSolidList"/>
    <dgm:cxn modelId="{FDBD8D8F-CD32-4606-B66A-CA3D19660005}" type="presParOf" srcId="{91746F6A-C064-4EA4-98E1-865DA1F56C8C}" destId="{1FD79A61-7132-4478-B641-E572B960F8E8}" srcOrd="3" destOrd="0" presId="urn:microsoft.com/office/officeart/2018/2/layout/IconVerticalSolidList"/>
    <dgm:cxn modelId="{F301F111-F9E2-43CA-BBEB-68F849BEB367}" type="presParOf" srcId="{91746F6A-C064-4EA4-98E1-865DA1F56C8C}" destId="{80B56B48-3CDD-46D4-8DF6-0C8A78F1A5D1}" srcOrd="4" destOrd="0" presId="urn:microsoft.com/office/officeart/2018/2/layout/IconVerticalSolidList"/>
    <dgm:cxn modelId="{B4D15754-A8E1-459F-8E2D-E366E3869EE3}" type="presParOf" srcId="{80B56B48-3CDD-46D4-8DF6-0C8A78F1A5D1}" destId="{3C1AB302-9B3F-4002-AF82-5CD0A5FED262}" srcOrd="0" destOrd="0" presId="urn:microsoft.com/office/officeart/2018/2/layout/IconVerticalSolidList"/>
    <dgm:cxn modelId="{E22B710A-6F7B-429C-990D-12EBE0E418F0}" type="presParOf" srcId="{80B56B48-3CDD-46D4-8DF6-0C8A78F1A5D1}" destId="{450B5C8E-C274-4533-A00F-BEF00E4C7097}" srcOrd="1" destOrd="0" presId="urn:microsoft.com/office/officeart/2018/2/layout/IconVerticalSolidList"/>
    <dgm:cxn modelId="{E97F252C-6F0E-4D79-8489-87C81A953245}" type="presParOf" srcId="{80B56B48-3CDD-46D4-8DF6-0C8A78F1A5D1}" destId="{50BFDAE9-8984-43FE-91E2-A1B708EA5FAA}" srcOrd="2" destOrd="0" presId="urn:microsoft.com/office/officeart/2018/2/layout/IconVerticalSolidList"/>
    <dgm:cxn modelId="{BAC998D0-40DE-4E3A-BB36-9CD6B5CA0673}" type="presParOf" srcId="{80B56B48-3CDD-46D4-8DF6-0C8A78F1A5D1}" destId="{4CAC89CD-4F1A-40E4-AA02-30170FC5EC3D}" srcOrd="3" destOrd="0" presId="urn:microsoft.com/office/officeart/2018/2/layout/IconVerticalSolidList"/>
    <dgm:cxn modelId="{375BEF31-E0CA-44C2-A97E-CE6F0E86947F}" type="presParOf" srcId="{91746F6A-C064-4EA4-98E1-865DA1F56C8C}" destId="{E961D37A-A4FC-4400-A7D4-A3A1F2B1D206}" srcOrd="5" destOrd="0" presId="urn:microsoft.com/office/officeart/2018/2/layout/IconVerticalSolidList"/>
    <dgm:cxn modelId="{A5F08D77-A4DB-4CBD-AF44-2C6BEC033174}" type="presParOf" srcId="{91746F6A-C064-4EA4-98E1-865DA1F56C8C}" destId="{4DA22926-9DF4-414F-81F6-4865F34C0220}" srcOrd="6" destOrd="0" presId="urn:microsoft.com/office/officeart/2018/2/layout/IconVerticalSolidList"/>
    <dgm:cxn modelId="{EE13B7FB-12AF-4A9A-AD49-7059FABD1B09}" type="presParOf" srcId="{4DA22926-9DF4-414F-81F6-4865F34C0220}" destId="{89E517E8-CEF6-48A9-B3C9-C5FCA9E05890}" srcOrd="0" destOrd="0" presId="urn:microsoft.com/office/officeart/2018/2/layout/IconVerticalSolidList"/>
    <dgm:cxn modelId="{AEBD25A6-6790-4E9E-91AD-97F26D76B8F5}" type="presParOf" srcId="{4DA22926-9DF4-414F-81F6-4865F34C0220}" destId="{300CA9D0-F256-420E-B80D-50BE0D070111}" srcOrd="1" destOrd="0" presId="urn:microsoft.com/office/officeart/2018/2/layout/IconVerticalSolidList"/>
    <dgm:cxn modelId="{A6D44F9B-5A6D-4E0D-B17C-AB9E063738D1}" type="presParOf" srcId="{4DA22926-9DF4-414F-81F6-4865F34C0220}" destId="{7FD39F13-4032-426B-B989-2F402CD1FE24}" srcOrd="2" destOrd="0" presId="urn:microsoft.com/office/officeart/2018/2/layout/IconVerticalSolidList"/>
    <dgm:cxn modelId="{0D5806E0-2DA0-423C-B98D-CB330B4F9BE4}" type="presParOf" srcId="{4DA22926-9DF4-414F-81F6-4865F34C0220}" destId="{F1AE771B-D505-49D1-85BB-D1BC2BDA52C7}" srcOrd="3" destOrd="0" presId="urn:microsoft.com/office/officeart/2018/2/layout/IconVerticalSolidList"/>
    <dgm:cxn modelId="{6304C0D1-A3E3-4B2B-951E-58606C851F87}" type="presParOf" srcId="{91746F6A-C064-4EA4-98E1-865DA1F56C8C}" destId="{877C5D2E-1618-44F5-9458-A4A38FF1C33C}" srcOrd="7" destOrd="0" presId="urn:microsoft.com/office/officeart/2018/2/layout/IconVerticalSolidList"/>
    <dgm:cxn modelId="{BE4E42C5-6332-4BC2-AD76-23F12E8C73EE}" type="presParOf" srcId="{91746F6A-C064-4EA4-98E1-865DA1F56C8C}" destId="{03FD3500-AF86-4CEA-9D63-C85F06E7DA80}" srcOrd="8" destOrd="0" presId="urn:microsoft.com/office/officeart/2018/2/layout/IconVerticalSolidList"/>
    <dgm:cxn modelId="{05C5BDDF-2CD7-4EA6-9CDE-6D1D6CE7132C}" type="presParOf" srcId="{03FD3500-AF86-4CEA-9D63-C85F06E7DA80}" destId="{C0A3BA7E-7A74-4B5C-9F12-888822653DA8}" srcOrd="0" destOrd="0" presId="urn:microsoft.com/office/officeart/2018/2/layout/IconVerticalSolidList"/>
    <dgm:cxn modelId="{2F921913-2696-478E-BB59-FE95AAE2A281}" type="presParOf" srcId="{03FD3500-AF86-4CEA-9D63-C85F06E7DA80}" destId="{B31E00FD-BC29-4B29-9FDB-50363515679D}" srcOrd="1" destOrd="0" presId="urn:microsoft.com/office/officeart/2018/2/layout/IconVerticalSolidList"/>
    <dgm:cxn modelId="{4E6A64B4-5544-4B7F-9A3A-69DC2CEF63F2}" type="presParOf" srcId="{03FD3500-AF86-4CEA-9D63-C85F06E7DA80}" destId="{E8B03E0F-C8B7-47F7-A6D5-9CA8C9B679B0}" srcOrd="2" destOrd="0" presId="urn:microsoft.com/office/officeart/2018/2/layout/IconVerticalSolidList"/>
    <dgm:cxn modelId="{F9A6D5D9-CA6B-46FA-AF95-B385BCC1BA33}" type="presParOf" srcId="{03FD3500-AF86-4CEA-9D63-C85F06E7DA80}" destId="{8677B7EE-D7EE-42F0-92BB-19B7AEC8F5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07CDBF-9CC2-4B45-ABCE-A4FC3671F30D}" type="doc">
      <dgm:prSet loTypeId="urn:microsoft.com/office/officeart/2005/8/layout/vList5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5377290-630D-452E-B666-68AC215EDC5E}">
      <dgm:prSet/>
      <dgm:spPr/>
      <dgm:t>
        <a:bodyPr/>
        <a:lstStyle/>
        <a:p>
          <a:r>
            <a:rPr lang="en-US"/>
            <a:t>Analytical Techniques</a:t>
          </a:r>
        </a:p>
      </dgm:t>
    </dgm:pt>
    <dgm:pt modelId="{233A094E-F70A-4AD7-85CC-3F341389018B}" type="parTrans" cxnId="{BE4C1A4B-30FC-4AEB-8539-98EDC066B75A}">
      <dgm:prSet/>
      <dgm:spPr/>
      <dgm:t>
        <a:bodyPr/>
        <a:lstStyle/>
        <a:p>
          <a:endParaRPr lang="en-US"/>
        </a:p>
      </dgm:t>
    </dgm:pt>
    <dgm:pt modelId="{447BDA6A-4D90-4684-A63E-B9B23132EDC1}" type="sibTrans" cxnId="{BE4C1A4B-30FC-4AEB-8539-98EDC066B75A}">
      <dgm:prSet/>
      <dgm:spPr/>
      <dgm:t>
        <a:bodyPr/>
        <a:lstStyle/>
        <a:p>
          <a:endParaRPr lang="en-US"/>
        </a:p>
      </dgm:t>
    </dgm:pt>
    <dgm:pt modelId="{9ADC8B88-2867-49B9-8FF3-7D6FFD509F4B}">
      <dgm:prSet/>
      <dgm:spPr/>
      <dgm:t>
        <a:bodyPr/>
        <a:lstStyle/>
        <a:p>
          <a:r>
            <a:rPr lang="en-US"/>
            <a:t>• Descriptive analytics</a:t>
          </a:r>
        </a:p>
      </dgm:t>
    </dgm:pt>
    <dgm:pt modelId="{62B3AEB5-274A-41D2-A4F8-80868C36D222}" type="parTrans" cxnId="{0AD987AB-6535-43EB-9887-F31957DEB480}">
      <dgm:prSet/>
      <dgm:spPr/>
      <dgm:t>
        <a:bodyPr/>
        <a:lstStyle/>
        <a:p>
          <a:endParaRPr lang="en-US"/>
        </a:p>
      </dgm:t>
    </dgm:pt>
    <dgm:pt modelId="{CE153B1B-A984-4B34-BA36-7BB357FA97B4}" type="sibTrans" cxnId="{0AD987AB-6535-43EB-9887-F31957DEB480}">
      <dgm:prSet/>
      <dgm:spPr/>
      <dgm:t>
        <a:bodyPr/>
        <a:lstStyle/>
        <a:p>
          <a:endParaRPr lang="en-US"/>
        </a:p>
      </dgm:t>
    </dgm:pt>
    <dgm:pt modelId="{F9D5EFFC-68B3-4A7F-B6DB-B9761FD7CF1C}">
      <dgm:prSet/>
      <dgm:spPr/>
      <dgm:t>
        <a:bodyPr/>
        <a:lstStyle/>
        <a:p>
          <a:r>
            <a:rPr lang="en-US"/>
            <a:t>• Regression</a:t>
          </a:r>
        </a:p>
      </dgm:t>
    </dgm:pt>
    <dgm:pt modelId="{3EE9DA0E-2525-413D-8692-1B2FD475F94B}" type="parTrans" cxnId="{167C3D90-0F8F-457F-B07E-CFF39BB2A8B7}">
      <dgm:prSet/>
      <dgm:spPr/>
      <dgm:t>
        <a:bodyPr/>
        <a:lstStyle/>
        <a:p>
          <a:endParaRPr lang="en-US"/>
        </a:p>
      </dgm:t>
    </dgm:pt>
    <dgm:pt modelId="{A4BDC23C-3597-4746-AB5F-03FF7ADDE8BF}" type="sibTrans" cxnId="{167C3D90-0F8F-457F-B07E-CFF39BB2A8B7}">
      <dgm:prSet/>
      <dgm:spPr/>
      <dgm:t>
        <a:bodyPr/>
        <a:lstStyle/>
        <a:p>
          <a:endParaRPr lang="en-US"/>
        </a:p>
      </dgm:t>
    </dgm:pt>
    <dgm:pt modelId="{CD35CC81-6812-4AC3-9E6A-8F089880CE63}">
      <dgm:prSet/>
      <dgm:spPr/>
      <dgm:t>
        <a:bodyPr/>
        <a:lstStyle/>
        <a:p>
          <a:r>
            <a:rPr lang="en-US"/>
            <a:t>• Correlation analysis</a:t>
          </a:r>
        </a:p>
      </dgm:t>
    </dgm:pt>
    <dgm:pt modelId="{EE4C7540-CA8F-4127-B176-F71F97185177}" type="parTrans" cxnId="{62CDC7F8-8FD8-499A-9B3A-FAEDC77E1625}">
      <dgm:prSet/>
      <dgm:spPr/>
      <dgm:t>
        <a:bodyPr/>
        <a:lstStyle/>
        <a:p>
          <a:endParaRPr lang="en-US"/>
        </a:p>
      </dgm:t>
    </dgm:pt>
    <dgm:pt modelId="{34ED5A72-6875-46B1-9D31-F605E72C8F7C}" type="sibTrans" cxnId="{62CDC7F8-8FD8-499A-9B3A-FAEDC77E1625}">
      <dgm:prSet/>
      <dgm:spPr/>
      <dgm:t>
        <a:bodyPr/>
        <a:lstStyle/>
        <a:p>
          <a:endParaRPr lang="en-US"/>
        </a:p>
      </dgm:t>
    </dgm:pt>
    <dgm:pt modelId="{D6D4900D-3468-4BDB-BA4D-4A0F05C21524}">
      <dgm:prSet/>
      <dgm:spPr/>
      <dgm:t>
        <a:bodyPr/>
        <a:lstStyle/>
        <a:p>
          <a:r>
            <a:rPr lang="en-US"/>
            <a:t>• K-means clustering</a:t>
          </a:r>
        </a:p>
      </dgm:t>
    </dgm:pt>
    <dgm:pt modelId="{8B831AC2-D6C4-4253-9A73-85E565132AF3}" type="parTrans" cxnId="{18F8DFB3-4584-4256-89EB-CD9AAF4074BB}">
      <dgm:prSet/>
      <dgm:spPr/>
      <dgm:t>
        <a:bodyPr/>
        <a:lstStyle/>
        <a:p>
          <a:endParaRPr lang="en-US"/>
        </a:p>
      </dgm:t>
    </dgm:pt>
    <dgm:pt modelId="{44ACE354-C5DF-4647-BA97-2965CE189AA6}" type="sibTrans" cxnId="{18F8DFB3-4584-4256-89EB-CD9AAF4074BB}">
      <dgm:prSet/>
      <dgm:spPr/>
      <dgm:t>
        <a:bodyPr/>
        <a:lstStyle/>
        <a:p>
          <a:endParaRPr lang="en-US"/>
        </a:p>
      </dgm:t>
    </dgm:pt>
    <dgm:pt modelId="{1149E6EC-7FC5-4249-BB37-FBBB978689D1}">
      <dgm:prSet/>
      <dgm:spPr/>
      <dgm:t>
        <a:bodyPr/>
        <a:lstStyle/>
        <a:p>
          <a:r>
            <a:rPr lang="en-US"/>
            <a:t>• Shiny dashboards for visualization</a:t>
          </a:r>
        </a:p>
      </dgm:t>
    </dgm:pt>
    <dgm:pt modelId="{0F0CFC64-7500-4903-BA83-33CF75137311}" type="parTrans" cxnId="{73499B65-ECBB-48C5-8901-BCBA26E10CE8}">
      <dgm:prSet/>
      <dgm:spPr/>
      <dgm:t>
        <a:bodyPr/>
        <a:lstStyle/>
        <a:p>
          <a:endParaRPr lang="en-US"/>
        </a:p>
      </dgm:t>
    </dgm:pt>
    <dgm:pt modelId="{506DB482-EE91-42FB-9423-608E31496B62}" type="sibTrans" cxnId="{73499B65-ECBB-48C5-8901-BCBA26E10CE8}">
      <dgm:prSet/>
      <dgm:spPr/>
      <dgm:t>
        <a:bodyPr/>
        <a:lstStyle/>
        <a:p>
          <a:endParaRPr lang="en-US"/>
        </a:p>
      </dgm:t>
    </dgm:pt>
    <dgm:pt modelId="{B45127A8-231E-430F-9098-1EEC1B1EE65A}" type="pres">
      <dgm:prSet presAssocID="{5607CDBF-9CC2-4B45-ABCE-A4FC3671F30D}" presName="Name0" presStyleCnt="0">
        <dgm:presLayoutVars>
          <dgm:dir/>
          <dgm:animLvl val="lvl"/>
          <dgm:resizeHandles val="exact"/>
        </dgm:presLayoutVars>
      </dgm:prSet>
      <dgm:spPr/>
    </dgm:pt>
    <dgm:pt modelId="{F24BD021-74CF-485A-A508-50C2DBB13B0D}" type="pres">
      <dgm:prSet presAssocID="{65377290-630D-452E-B666-68AC215EDC5E}" presName="linNode" presStyleCnt="0"/>
      <dgm:spPr/>
    </dgm:pt>
    <dgm:pt modelId="{105E40F9-63C9-4418-9AB3-435D48DA99CB}" type="pres">
      <dgm:prSet presAssocID="{65377290-630D-452E-B666-68AC215EDC5E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F95E3742-BCC3-44F2-B274-0C5719DA9883}" type="pres">
      <dgm:prSet presAssocID="{447BDA6A-4D90-4684-A63E-B9B23132EDC1}" presName="sp" presStyleCnt="0"/>
      <dgm:spPr/>
    </dgm:pt>
    <dgm:pt modelId="{BC3B9FF0-B6B1-40E3-84DA-DDE21AA51E90}" type="pres">
      <dgm:prSet presAssocID="{9ADC8B88-2867-49B9-8FF3-7D6FFD509F4B}" presName="linNode" presStyleCnt="0"/>
      <dgm:spPr/>
    </dgm:pt>
    <dgm:pt modelId="{DB7D7A39-07BA-47A6-B3F6-CFD10576ADDC}" type="pres">
      <dgm:prSet presAssocID="{9ADC8B88-2867-49B9-8FF3-7D6FFD509F4B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CF4670D2-709F-4443-998D-356ABD89B798}" type="pres">
      <dgm:prSet presAssocID="{CE153B1B-A984-4B34-BA36-7BB357FA97B4}" presName="sp" presStyleCnt="0"/>
      <dgm:spPr/>
    </dgm:pt>
    <dgm:pt modelId="{133CCB85-8488-40FB-B8E9-540DCB0B00EA}" type="pres">
      <dgm:prSet presAssocID="{F9D5EFFC-68B3-4A7F-B6DB-B9761FD7CF1C}" presName="linNode" presStyleCnt="0"/>
      <dgm:spPr/>
    </dgm:pt>
    <dgm:pt modelId="{C5E8A698-2249-402A-ADF0-1D521DB45905}" type="pres">
      <dgm:prSet presAssocID="{F9D5EFFC-68B3-4A7F-B6DB-B9761FD7CF1C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037C344D-DFD5-4EE9-9498-C887FCF3684F}" type="pres">
      <dgm:prSet presAssocID="{A4BDC23C-3597-4746-AB5F-03FF7ADDE8BF}" presName="sp" presStyleCnt="0"/>
      <dgm:spPr/>
    </dgm:pt>
    <dgm:pt modelId="{1E1E685F-5C0E-4A8E-A557-A4F90EF300AE}" type="pres">
      <dgm:prSet presAssocID="{CD35CC81-6812-4AC3-9E6A-8F089880CE63}" presName="linNode" presStyleCnt="0"/>
      <dgm:spPr/>
    </dgm:pt>
    <dgm:pt modelId="{F0D829C3-42B2-445F-9526-C0EEAF00C214}" type="pres">
      <dgm:prSet presAssocID="{CD35CC81-6812-4AC3-9E6A-8F089880CE63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64FAE124-F8E5-4149-80C0-3F688FE5B8FB}" type="pres">
      <dgm:prSet presAssocID="{34ED5A72-6875-46B1-9D31-F605E72C8F7C}" presName="sp" presStyleCnt="0"/>
      <dgm:spPr/>
    </dgm:pt>
    <dgm:pt modelId="{56767C97-2968-4AF8-B8A4-A0947F56688D}" type="pres">
      <dgm:prSet presAssocID="{D6D4900D-3468-4BDB-BA4D-4A0F05C21524}" presName="linNode" presStyleCnt="0"/>
      <dgm:spPr/>
    </dgm:pt>
    <dgm:pt modelId="{50F2C3A7-599D-4A13-AE4F-D90337452EE7}" type="pres">
      <dgm:prSet presAssocID="{D6D4900D-3468-4BDB-BA4D-4A0F05C21524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17B7CEED-6CC2-4BA7-83C6-9CCFAB852330}" type="pres">
      <dgm:prSet presAssocID="{44ACE354-C5DF-4647-BA97-2965CE189AA6}" presName="sp" presStyleCnt="0"/>
      <dgm:spPr/>
    </dgm:pt>
    <dgm:pt modelId="{2DC835CB-C54F-4061-9639-6FF6941AD899}" type="pres">
      <dgm:prSet presAssocID="{1149E6EC-7FC5-4249-BB37-FBBB978689D1}" presName="linNode" presStyleCnt="0"/>
      <dgm:spPr/>
    </dgm:pt>
    <dgm:pt modelId="{10EFE8EB-8AD7-4F3A-8581-DA1582D59BC0}" type="pres">
      <dgm:prSet presAssocID="{1149E6EC-7FC5-4249-BB37-FBBB978689D1}" presName="parentText" presStyleLbl="node1" presStyleIdx="5" presStyleCnt="6">
        <dgm:presLayoutVars>
          <dgm:chMax val="1"/>
          <dgm:bulletEnabled val="1"/>
        </dgm:presLayoutVars>
      </dgm:prSet>
      <dgm:spPr/>
    </dgm:pt>
  </dgm:ptLst>
  <dgm:cxnLst>
    <dgm:cxn modelId="{98FB2214-D12B-414F-8301-7790C7649974}" type="presOf" srcId="{65377290-630D-452E-B666-68AC215EDC5E}" destId="{105E40F9-63C9-4418-9AB3-435D48DA99CB}" srcOrd="0" destOrd="0" presId="urn:microsoft.com/office/officeart/2005/8/layout/vList5"/>
    <dgm:cxn modelId="{753C9C64-1BDD-4DFF-8064-A97F8023AF83}" type="presOf" srcId="{9ADC8B88-2867-49B9-8FF3-7D6FFD509F4B}" destId="{DB7D7A39-07BA-47A6-B3F6-CFD10576ADDC}" srcOrd="0" destOrd="0" presId="urn:microsoft.com/office/officeart/2005/8/layout/vList5"/>
    <dgm:cxn modelId="{73499B65-ECBB-48C5-8901-BCBA26E10CE8}" srcId="{5607CDBF-9CC2-4B45-ABCE-A4FC3671F30D}" destId="{1149E6EC-7FC5-4249-BB37-FBBB978689D1}" srcOrd="5" destOrd="0" parTransId="{0F0CFC64-7500-4903-BA83-33CF75137311}" sibTransId="{506DB482-EE91-42FB-9423-608E31496B62}"/>
    <dgm:cxn modelId="{D2A5564A-E52B-45C8-A653-EEB8C82EECA0}" type="presOf" srcId="{F9D5EFFC-68B3-4A7F-B6DB-B9761FD7CF1C}" destId="{C5E8A698-2249-402A-ADF0-1D521DB45905}" srcOrd="0" destOrd="0" presId="urn:microsoft.com/office/officeart/2005/8/layout/vList5"/>
    <dgm:cxn modelId="{BE4C1A4B-30FC-4AEB-8539-98EDC066B75A}" srcId="{5607CDBF-9CC2-4B45-ABCE-A4FC3671F30D}" destId="{65377290-630D-452E-B666-68AC215EDC5E}" srcOrd="0" destOrd="0" parTransId="{233A094E-F70A-4AD7-85CC-3F341389018B}" sibTransId="{447BDA6A-4D90-4684-A63E-B9B23132EDC1}"/>
    <dgm:cxn modelId="{167C3D90-0F8F-457F-B07E-CFF39BB2A8B7}" srcId="{5607CDBF-9CC2-4B45-ABCE-A4FC3671F30D}" destId="{F9D5EFFC-68B3-4A7F-B6DB-B9761FD7CF1C}" srcOrd="2" destOrd="0" parTransId="{3EE9DA0E-2525-413D-8692-1B2FD475F94B}" sibTransId="{A4BDC23C-3597-4746-AB5F-03FF7ADDE8BF}"/>
    <dgm:cxn modelId="{820A7791-91B8-4317-A959-1BCDA7869F58}" type="presOf" srcId="{1149E6EC-7FC5-4249-BB37-FBBB978689D1}" destId="{10EFE8EB-8AD7-4F3A-8581-DA1582D59BC0}" srcOrd="0" destOrd="0" presId="urn:microsoft.com/office/officeart/2005/8/layout/vList5"/>
    <dgm:cxn modelId="{67D1359E-2A24-446E-993B-6D0CC92E3DF5}" type="presOf" srcId="{CD35CC81-6812-4AC3-9E6A-8F089880CE63}" destId="{F0D829C3-42B2-445F-9526-C0EEAF00C214}" srcOrd="0" destOrd="0" presId="urn:microsoft.com/office/officeart/2005/8/layout/vList5"/>
    <dgm:cxn modelId="{0AD987AB-6535-43EB-9887-F31957DEB480}" srcId="{5607CDBF-9CC2-4B45-ABCE-A4FC3671F30D}" destId="{9ADC8B88-2867-49B9-8FF3-7D6FFD509F4B}" srcOrd="1" destOrd="0" parTransId="{62B3AEB5-274A-41D2-A4F8-80868C36D222}" sibTransId="{CE153B1B-A984-4B34-BA36-7BB357FA97B4}"/>
    <dgm:cxn modelId="{18F8DFB3-4584-4256-89EB-CD9AAF4074BB}" srcId="{5607CDBF-9CC2-4B45-ABCE-A4FC3671F30D}" destId="{D6D4900D-3468-4BDB-BA4D-4A0F05C21524}" srcOrd="4" destOrd="0" parTransId="{8B831AC2-D6C4-4253-9A73-85E565132AF3}" sibTransId="{44ACE354-C5DF-4647-BA97-2965CE189AA6}"/>
    <dgm:cxn modelId="{AAD829D7-CD29-4142-A390-FA706F2B37C4}" type="presOf" srcId="{5607CDBF-9CC2-4B45-ABCE-A4FC3671F30D}" destId="{B45127A8-231E-430F-9098-1EEC1B1EE65A}" srcOrd="0" destOrd="0" presId="urn:microsoft.com/office/officeart/2005/8/layout/vList5"/>
    <dgm:cxn modelId="{C5A274E9-0D24-4C0B-AD80-E74BB16B474C}" type="presOf" srcId="{D6D4900D-3468-4BDB-BA4D-4A0F05C21524}" destId="{50F2C3A7-599D-4A13-AE4F-D90337452EE7}" srcOrd="0" destOrd="0" presId="urn:microsoft.com/office/officeart/2005/8/layout/vList5"/>
    <dgm:cxn modelId="{62CDC7F8-8FD8-499A-9B3A-FAEDC77E1625}" srcId="{5607CDBF-9CC2-4B45-ABCE-A4FC3671F30D}" destId="{CD35CC81-6812-4AC3-9E6A-8F089880CE63}" srcOrd="3" destOrd="0" parTransId="{EE4C7540-CA8F-4127-B176-F71F97185177}" sibTransId="{34ED5A72-6875-46B1-9D31-F605E72C8F7C}"/>
    <dgm:cxn modelId="{3B082F00-97B0-4B4D-9568-679D854E9F12}" type="presParOf" srcId="{B45127A8-231E-430F-9098-1EEC1B1EE65A}" destId="{F24BD021-74CF-485A-A508-50C2DBB13B0D}" srcOrd="0" destOrd="0" presId="urn:microsoft.com/office/officeart/2005/8/layout/vList5"/>
    <dgm:cxn modelId="{8593D33E-3FE2-4E52-AA37-CE818F8C32E3}" type="presParOf" srcId="{F24BD021-74CF-485A-A508-50C2DBB13B0D}" destId="{105E40F9-63C9-4418-9AB3-435D48DA99CB}" srcOrd="0" destOrd="0" presId="urn:microsoft.com/office/officeart/2005/8/layout/vList5"/>
    <dgm:cxn modelId="{85577967-0A7F-4F8B-B6FB-7AC3950BCB1F}" type="presParOf" srcId="{B45127A8-231E-430F-9098-1EEC1B1EE65A}" destId="{F95E3742-BCC3-44F2-B274-0C5719DA9883}" srcOrd="1" destOrd="0" presId="urn:microsoft.com/office/officeart/2005/8/layout/vList5"/>
    <dgm:cxn modelId="{2952E809-99E1-4E08-8CB2-5C7E37A51AF5}" type="presParOf" srcId="{B45127A8-231E-430F-9098-1EEC1B1EE65A}" destId="{BC3B9FF0-B6B1-40E3-84DA-DDE21AA51E90}" srcOrd="2" destOrd="0" presId="urn:microsoft.com/office/officeart/2005/8/layout/vList5"/>
    <dgm:cxn modelId="{EB493B36-E70F-4EC7-9917-65EF3DDF4B2F}" type="presParOf" srcId="{BC3B9FF0-B6B1-40E3-84DA-DDE21AA51E90}" destId="{DB7D7A39-07BA-47A6-B3F6-CFD10576ADDC}" srcOrd="0" destOrd="0" presId="urn:microsoft.com/office/officeart/2005/8/layout/vList5"/>
    <dgm:cxn modelId="{61B0D1FF-5DD7-4B83-A1EE-DFB33DC3F7FC}" type="presParOf" srcId="{B45127A8-231E-430F-9098-1EEC1B1EE65A}" destId="{CF4670D2-709F-4443-998D-356ABD89B798}" srcOrd="3" destOrd="0" presId="urn:microsoft.com/office/officeart/2005/8/layout/vList5"/>
    <dgm:cxn modelId="{E33352C1-28A6-41FC-9473-BCC1FBC6B941}" type="presParOf" srcId="{B45127A8-231E-430F-9098-1EEC1B1EE65A}" destId="{133CCB85-8488-40FB-B8E9-540DCB0B00EA}" srcOrd="4" destOrd="0" presId="urn:microsoft.com/office/officeart/2005/8/layout/vList5"/>
    <dgm:cxn modelId="{9C176023-9A40-45CB-A8F0-A471226D9A13}" type="presParOf" srcId="{133CCB85-8488-40FB-B8E9-540DCB0B00EA}" destId="{C5E8A698-2249-402A-ADF0-1D521DB45905}" srcOrd="0" destOrd="0" presId="urn:microsoft.com/office/officeart/2005/8/layout/vList5"/>
    <dgm:cxn modelId="{89375C3C-F37C-4FCD-BF1C-70B5B3419359}" type="presParOf" srcId="{B45127A8-231E-430F-9098-1EEC1B1EE65A}" destId="{037C344D-DFD5-4EE9-9498-C887FCF3684F}" srcOrd="5" destOrd="0" presId="urn:microsoft.com/office/officeart/2005/8/layout/vList5"/>
    <dgm:cxn modelId="{FD68724B-CB06-4146-8A35-5ABD574969EE}" type="presParOf" srcId="{B45127A8-231E-430F-9098-1EEC1B1EE65A}" destId="{1E1E685F-5C0E-4A8E-A557-A4F90EF300AE}" srcOrd="6" destOrd="0" presId="urn:microsoft.com/office/officeart/2005/8/layout/vList5"/>
    <dgm:cxn modelId="{2EBC2FC8-C7D1-4082-829B-2419D2CDF746}" type="presParOf" srcId="{1E1E685F-5C0E-4A8E-A557-A4F90EF300AE}" destId="{F0D829C3-42B2-445F-9526-C0EEAF00C214}" srcOrd="0" destOrd="0" presId="urn:microsoft.com/office/officeart/2005/8/layout/vList5"/>
    <dgm:cxn modelId="{A17EB3B3-8AC9-4BD5-8509-F5E30582CBBC}" type="presParOf" srcId="{B45127A8-231E-430F-9098-1EEC1B1EE65A}" destId="{64FAE124-F8E5-4149-80C0-3F688FE5B8FB}" srcOrd="7" destOrd="0" presId="urn:microsoft.com/office/officeart/2005/8/layout/vList5"/>
    <dgm:cxn modelId="{78D0E59F-6F9B-4E45-AB31-2C3AF8603493}" type="presParOf" srcId="{B45127A8-231E-430F-9098-1EEC1B1EE65A}" destId="{56767C97-2968-4AF8-B8A4-A0947F56688D}" srcOrd="8" destOrd="0" presId="urn:microsoft.com/office/officeart/2005/8/layout/vList5"/>
    <dgm:cxn modelId="{F5C71926-F835-49A9-85BA-A49B454E111E}" type="presParOf" srcId="{56767C97-2968-4AF8-B8A4-A0947F56688D}" destId="{50F2C3A7-599D-4A13-AE4F-D90337452EE7}" srcOrd="0" destOrd="0" presId="urn:microsoft.com/office/officeart/2005/8/layout/vList5"/>
    <dgm:cxn modelId="{DE56642E-B5E9-4B6C-9F9D-10EFF49DA4D7}" type="presParOf" srcId="{B45127A8-231E-430F-9098-1EEC1B1EE65A}" destId="{17B7CEED-6CC2-4BA7-83C6-9CCFAB852330}" srcOrd="9" destOrd="0" presId="urn:microsoft.com/office/officeart/2005/8/layout/vList5"/>
    <dgm:cxn modelId="{4F0DB4E2-E725-4ED7-A745-E62B2AC47F72}" type="presParOf" srcId="{B45127A8-231E-430F-9098-1EEC1B1EE65A}" destId="{2DC835CB-C54F-4061-9639-6FF6941AD899}" srcOrd="10" destOrd="0" presId="urn:microsoft.com/office/officeart/2005/8/layout/vList5"/>
    <dgm:cxn modelId="{D83CD8C6-7EDC-41A9-8D97-ECE3F46FC6DC}" type="presParOf" srcId="{2DC835CB-C54F-4061-9639-6FF6941AD899}" destId="{10EFE8EB-8AD7-4F3A-8581-DA1582D59BC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806BD1-9764-4BA5-8002-A166E6679686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734AF29-94CA-4608-9CF5-6FEE3CA009DC}">
      <dgm:prSet/>
      <dgm:spPr/>
      <dgm:t>
        <a:bodyPr/>
        <a:lstStyle/>
        <a:p>
          <a:r>
            <a:rPr lang="en-US"/>
            <a:t>• Engagement, communication &amp; training positively relate to service quality</a:t>
          </a:r>
        </a:p>
      </dgm:t>
    </dgm:pt>
    <dgm:pt modelId="{E6129CEF-05F7-4168-8FD8-5075151A3304}" type="parTrans" cxnId="{BA3C7CFC-9C7B-44DE-84E1-65A7A81DC498}">
      <dgm:prSet/>
      <dgm:spPr/>
      <dgm:t>
        <a:bodyPr/>
        <a:lstStyle/>
        <a:p>
          <a:endParaRPr lang="en-US"/>
        </a:p>
      </dgm:t>
    </dgm:pt>
    <dgm:pt modelId="{BC3F0313-7E1C-4D03-AD34-84D96BE67BC6}" type="sibTrans" cxnId="{BA3C7CFC-9C7B-44DE-84E1-65A7A81DC498}">
      <dgm:prSet/>
      <dgm:spPr/>
      <dgm:t>
        <a:bodyPr/>
        <a:lstStyle/>
        <a:p>
          <a:endParaRPr lang="en-US"/>
        </a:p>
      </dgm:t>
    </dgm:pt>
    <dgm:pt modelId="{6F39D9C9-3BA6-430D-9568-AB9026897A77}">
      <dgm:prSet/>
      <dgm:spPr/>
      <dgm:t>
        <a:bodyPr/>
        <a:lstStyle/>
        <a:p>
          <a:r>
            <a:rPr lang="en-US"/>
            <a:t>• Teamwork &amp; involvement weaker effects</a:t>
          </a:r>
        </a:p>
      </dgm:t>
    </dgm:pt>
    <dgm:pt modelId="{076CC5F5-E887-4655-B192-960F0C6C3247}" type="parTrans" cxnId="{471122BD-E199-41E5-8060-8E23170E50A5}">
      <dgm:prSet/>
      <dgm:spPr/>
      <dgm:t>
        <a:bodyPr/>
        <a:lstStyle/>
        <a:p>
          <a:endParaRPr lang="en-US"/>
        </a:p>
      </dgm:t>
    </dgm:pt>
    <dgm:pt modelId="{C317BCA1-1A0F-48C6-A83D-EC94017B3F10}" type="sibTrans" cxnId="{471122BD-E199-41E5-8060-8E23170E50A5}">
      <dgm:prSet/>
      <dgm:spPr/>
      <dgm:t>
        <a:bodyPr/>
        <a:lstStyle/>
        <a:p>
          <a:endParaRPr lang="en-US"/>
        </a:p>
      </dgm:t>
    </dgm:pt>
    <dgm:pt modelId="{C0912EC1-5B35-4EB1-8FB6-95D60F2A9A13}" type="pres">
      <dgm:prSet presAssocID="{E7806BD1-9764-4BA5-8002-A166E6679686}" presName="vert0" presStyleCnt="0">
        <dgm:presLayoutVars>
          <dgm:dir/>
          <dgm:animOne val="branch"/>
          <dgm:animLvl val="lvl"/>
        </dgm:presLayoutVars>
      </dgm:prSet>
      <dgm:spPr/>
    </dgm:pt>
    <dgm:pt modelId="{1DA1C354-C346-4EA0-B157-58FBA78E4C80}" type="pres">
      <dgm:prSet presAssocID="{7734AF29-94CA-4608-9CF5-6FEE3CA009DC}" presName="thickLine" presStyleLbl="alignNode1" presStyleIdx="0" presStyleCnt="2"/>
      <dgm:spPr/>
    </dgm:pt>
    <dgm:pt modelId="{6E6FC925-1629-4A0F-9D36-9E16BA12D67B}" type="pres">
      <dgm:prSet presAssocID="{7734AF29-94CA-4608-9CF5-6FEE3CA009DC}" presName="horz1" presStyleCnt="0"/>
      <dgm:spPr/>
    </dgm:pt>
    <dgm:pt modelId="{35C67066-9C15-48BE-8E27-BCD305A41659}" type="pres">
      <dgm:prSet presAssocID="{7734AF29-94CA-4608-9CF5-6FEE3CA009DC}" presName="tx1" presStyleLbl="revTx" presStyleIdx="0" presStyleCnt="2"/>
      <dgm:spPr/>
    </dgm:pt>
    <dgm:pt modelId="{7CDD7428-6319-4995-9812-234985B65561}" type="pres">
      <dgm:prSet presAssocID="{7734AF29-94CA-4608-9CF5-6FEE3CA009DC}" presName="vert1" presStyleCnt="0"/>
      <dgm:spPr/>
    </dgm:pt>
    <dgm:pt modelId="{9D79D372-4358-485A-97A6-B2E5BD404418}" type="pres">
      <dgm:prSet presAssocID="{6F39D9C9-3BA6-430D-9568-AB9026897A77}" presName="thickLine" presStyleLbl="alignNode1" presStyleIdx="1" presStyleCnt="2"/>
      <dgm:spPr/>
    </dgm:pt>
    <dgm:pt modelId="{19AB8525-88C8-4B6F-AB91-C937584314F4}" type="pres">
      <dgm:prSet presAssocID="{6F39D9C9-3BA6-430D-9568-AB9026897A77}" presName="horz1" presStyleCnt="0"/>
      <dgm:spPr/>
    </dgm:pt>
    <dgm:pt modelId="{761FD9BA-D62D-4513-896B-30E9D7322CB7}" type="pres">
      <dgm:prSet presAssocID="{6F39D9C9-3BA6-430D-9568-AB9026897A77}" presName="tx1" presStyleLbl="revTx" presStyleIdx="1" presStyleCnt="2"/>
      <dgm:spPr/>
    </dgm:pt>
    <dgm:pt modelId="{822FA202-5DA5-4D81-AE28-15C04D1E8C46}" type="pres">
      <dgm:prSet presAssocID="{6F39D9C9-3BA6-430D-9568-AB9026897A77}" presName="vert1" presStyleCnt="0"/>
      <dgm:spPr/>
    </dgm:pt>
  </dgm:ptLst>
  <dgm:cxnLst>
    <dgm:cxn modelId="{1C46EF18-0CBF-494D-9EF4-BB2734BAD543}" type="presOf" srcId="{6F39D9C9-3BA6-430D-9568-AB9026897A77}" destId="{761FD9BA-D62D-4513-896B-30E9D7322CB7}" srcOrd="0" destOrd="0" presId="urn:microsoft.com/office/officeart/2008/layout/LinedList"/>
    <dgm:cxn modelId="{EE824385-31C8-4A51-9BB4-D6A238B590F1}" type="presOf" srcId="{7734AF29-94CA-4608-9CF5-6FEE3CA009DC}" destId="{35C67066-9C15-48BE-8E27-BCD305A41659}" srcOrd="0" destOrd="0" presId="urn:microsoft.com/office/officeart/2008/layout/LinedList"/>
    <dgm:cxn modelId="{471122BD-E199-41E5-8060-8E23170E50A5}" srcId="{E7806BD1-9764-4BA5-8002-A166E6679686}" destId="{6F39D9C9-3BA6-430D-9568-AB9026897A77}" srcOrd="1" destOrd="0" parTransId="{076CC5F5-E887-4655-B192-960F0C6C3247}" sibTransId="{C317BCA1-1A0F-48C6-A83D-EC94017B3F10}"/>
    <dgm:cxn modelId="{C71AF1C3-CE15-405A-A213-9545D3DDAF95}" type="presOf" srcId="{E7806BD1-9764-4BA5-8002-A166E6679686}" destId="{C0912EC1-5B35-4EB1-8FB6-95D60F2A9A13}" srcOrd="0" destOrd="0" presId="urn:microsoft.com/office/officeart/2008/layout/LinedList"/>
    <dgm:cxn modelId="{BA3C7CFC-9C7B-44DE-84E1-65A7A81DC498}" srcId="{E7806BD1-9764-4BA5-8002-A166E6679686}" destId="{7734AF29-94CA-4608-9CF5-6FEE3CA009DC}" srcOrd="0" destOrd="0" parTransId="{E6129CEF-05F7-4168-8FD8-5075151A3304}" sibTransId="{BC3F0313-7E1C-4D03-AD34-84D96BE67BC6}"/>
    <dgm:cxn modelId="{6F5F6ED0-8680-4A28-ABFE-76E38F9A0F3B}" type="presParOf" srcId="{C0912EC1-5B35-4EB1-8FB6-95D60F2A9A13}" destId="{1DA1C354-C346-4EA0-B157-58FBA78E4C80}" srcOrd="0" destOrd="0" presId="urn:microsoft.com/office/officeart/2008/layout/LinedList"/>
    <dgm:cxn modelId="{1E2574F4-A697-4C3C-B43E-8CD293626979}" type="presParOf" srcId="{C0912EC1-5B35-4EB1-8FB6-95D60F2A9A13}" destId="{6E6FC925-1629-4A0F-9D36-9E16BA12D67B}" srcOrd="1" destOrd="0" presId="urn:microsoft.com/office/officeart/2008/layout/LinedList"/>
    <dgm:cxn modelId="{42B9F569-5241-4EA6-A280-CDE32D17E60B}" type="presParOf" srcId="{6E6FC925-1629-4A0F-9D36-9E16BA12D67B}" destId="{35C67066-9C15-48BE-8E27-BCD305A41659}" srcOrd="0" destOrd="0" presId="urn:microsoft.com/office/officeart/2008/layout/LinedList"/>
    <dgm:cxn modelId="{CA3340EA-794C-488A-857D-49D60CE1E10D}" type="presParOf" srcId="{6E6FC925-1629-4A0F-9D36-9E16BA12D67B}" destId="{7CDD7428-6319-4995-9812-234985B65561}" srcOrd="1" destOrd="0" presId="urn:microsoft.com/office/officeart/2008/layout/LinedList"/>
    <dgm:cxn modelId="{5AE2E2DD-E258-46C8-B8CC-47366813053E}" type="presParOf" srcId="{C0912EC1-5B35-4EB1-8FB6-95D60F2A9A13}" destId="{9D79D372-4358-485A-97A6-B2E5BD404418}" srcOrd="2" destOrd="0" presId="urn:microsoft.com/office/officeart/2008/layout/LinedList"/>
    <dgm:cxn modelId="{A9DFE7F4-9F3C-433B-B7F1-18E22DD30407}" type="presParOf" srcId="{C0912EC1-5B35-4EB1-8FB6-95D60F2A9A13}" destId="{19AB8525-88C8-4B6F-AB91-C937584314F4}" srcOrd="3" destOrd="0" presId="urn:microsoft.com/office/officeart/2008/layout/LinedList"/>
    <dgm:cxn modelId="{347B6ECC-B1B0-4A82-91FA-1271C0B3087E}" type="presParOf" srcId="{19AB8525-88C8-4B6F-AB91-C937584314F4}" destId="{761FD9BA-D62D-4513-896B-30E9D7322CB7}" srcOrd="0" destOrd="0" presId="urn:microsoft.com/office/officeart/2008/layout/LinedList"/>
    <dgm:cxn modelId="{4B4495B7-6317-4358-8C5D-90484619B272}" type="presParOf" srcId="{19AB8525-88C8-4B6F-AB91-C937584314F4}" destId="{822FA202-5DA5-4D81-AE28-15C04D1E8C4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1CD051-5499-4350-99C9-A94CCACEACF7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A6023D3-7495-45A2-8925-14903DE65BFF}">
      <dgm:prSet/>
      <dgm:spPr/>
      <dgm:t>
        <a:bodyPr/>
        <a:lstStyle/>
        <a:p>
          <a:r>
            <a:rPr lang="en-US"/>
            <a:t>• Strongest relationship in the dataset</a:t>
          </a:r>
        </a:p>
      </dgm:t>
    </dgm:pt>
    <dgm:pt modelId="{469E0B86-5670-498A-817A-AB746291F319}" type="parTrans" cxnId="{9CC26EF4-DC55-48D3-8CEE-C944D825FA2C}">
      <dgm:prSet/>
      <dgm:spPr/>
      <dgm:t>
        <a:bodyPr/>
        <a:lstStyle/>
        <a:p>
          <a:endParaRPr lang="en-US"/>
        </a:p>
      </dgm:t>
    </dgm:pt>
    <dgm:pt modelId="{02873189-3C9D-46DA-B79B-5BCD479AAA59}" type="sibTrans" cxnId="{9CC26EF4-DC55-48D3-8CEE-C944D825FA2C}">
      <dgm:prSet/>
      <dgm:spPr/>
      <dgm:t>
        <a:bodyPr/>
        <a:lstStyle/>
        <a:p>
          <a:endParaRPr lang="en-US"/>
        </a:p>
      </dgm:t>
    </dgm:pt>
    <dgm:pt modelId="{554D51C7-C101-4AC5-9C0A-0FE6CAAC622D}">
      <dgm:prSet/>
      <dgm:spPr/>
      <dgm:t>
        <a:bodyPr/>
        <a:lstStyle/>
        <a:p>
          <a:r>
            <a:rPr lang="en-US"/>
            <a:t>• Service quality predicts loyalty (R² ≈ 0.81)</a:t>
          </a:r>
        </a:p>
      </dgm:t>
    </dgm:pt>
    <dgm:pt modelId="{086AF8B6-3F50-4540-8171-3FEBB027EBBC}" type="parTrans" cxnId="{3B59C024-2FE0-409C-82B0-F8933AE12470}">
      <dgm:prSet/>
      <dgm:spPr/>
      <dgm:t>
        <a:bodyPr/>
        <a:lstStyle/>
        <a:p>
          <a:endParaRPr lang="en-US"/>
        </a:p>
      </dgm:t>
    </dgm:pt>
    <dgm:pt modelId="{3AC24402-9529-4A1F-A86C-CA934A79E4E7}" type="sibTrans" cxnId="{3B59C024-2FE0-409C-82B0-F8933AE12470}">
      <dgm:prSet/>
      <dgm:spPr/>
      <dgm:t>
        <a:bodyPr/>
        <a:lstStyle/>
        <a:p>
          <a:endParaRPr lang="en-US"/>
        </a:p>
      </dgm:t>
    </dgm:pt>
    <dgm:pt modelId="{7D8EC67D-F360-4B80-B678-E56894381913}" type="pres">
      <dgm:prSet presAssocID="{B31CD051-5499-4350-99C9-A94CCACEACF7}" presName="diagram" presStyleCnt="0">
        <dgm:presLayoutVars>
          <dgm:dir/>
          <dgm:resizeHandles val="exact"/>
        </dgm:presLayoutVars>
      </dgm:prSet>
      <dgm:spPr/>
    </dgm:pt>
    <dgm:pt modelId="{CA8334B4-4EBB-480F-BB62-B5B48A1C8D5E}" type="pres">
      <dgm:prSet presAssocID="{BA6023D3-7495-45A2-8925-14903DE65BFF}" presName="node" presStyleLbl="node1" presStyleIdx="0" presStyleCnt="2">
        <dgm:presLayoutVars>
          <dgm:bulletEnabled val="1"/>
        </dgm:presLayoutVars>
      </dgm:prSet>
      <dgm:spPr/>
    </dgm:pt>
    <dgm:pt modelId="{9BA415BB-1CDF-459E-A583-A7F755D17702}" type="pres">
      <dgm:prSet presAssocID="{02873189-3C9D-46DA-B79B-5BCD479AAA59}" presName="sibTrans" presStyleCnt="0"/>
      <dgm:spPr/>
    </dgm:pt>
    <dgm:pt modelId="{26094996-CF77-40B9-A5D6-F6847CFC2DA9}" type="pres">
      <dgm:prSet presAssocID="{554D51C7-C101-4AC5-9C0A-0FE6CAAC622D}" presName="node" presStyleLbl="node1" presStyleIdx="1" presStyleCnt="2">
        <dgm:presLayoutVars>
          <dgm:bulletEnabled val="1"/>
        </dgm:presLayoutVars>
      </dgm:prSet>
      <dgm:spPr/>
    </dgm:pt>
  </dgm:ptLst>
  <dgm:cxnLst>
    <dgm:cxn modelId="{3B59C024-2FE0-409C-82B0-F8933AE12470}" srcId="{B31CD051-5499-4350-99C9-A94CCACEACF7}" destId="{554D51C7-C101-4AC5-9C0A-0FE6CAAC622D}" srcOrd="1" destOrd="0" parTransId="{086AF8B6-3F50-4540-8171-3FEBB027EBBC}" sibTransId="{3AC24402-9529-4A1F-A86C-CA934A79E4E7}"/>
    <dgm:cxn modelId="{F8B5368B-892D-4AFF-9F9E-2F96DFD3B65B}" type="presOf" srcId="{BA6023D3-7495-45A2-8925-14903DE65BFF}" destId="{CA8334B4-4EBB-480F-BB62-B5B48A1C8D5E}" srcOrd="0" destOrd="0" presId="urn:microsoft.com/office/officeart/2005/8/layout/default"/>
    <dgm:cxn modelId="{A31963AE-811A-4A86-A09C-62433C537E3C}" type="presOf" srcId="{554D51C7-C101-4AC5-9C0A-0FE6CAAC622D}" destId="{26094996-CF77-40B9-A5D6-F6847CFC2DA9}" srcOrd="0" destOrd="0" presId="urn:microsoft.com/office/officeart/2005/8/layout/default"/>
    <dgm:cxn modelId="{983A41DF-4DC4-4812-869F-CE56848324A9}" type="presOf" srcId="{B31CD051-5499-4350-99C9-A94CCACEACF7}" destId="{7D8EC67D-F360-4B80-B678-E56894381913}" srcOrd="0" destOrd="0" presId="urn:microsoft.com/office/officeart/2005/8/layout/default"/>
    <dgm:cxn modelId="{9CC26EF4-DC55-48D3-8CEE-C944D825FA2C}" srcId="{B31CD051-5499-4350-99C9-A94CCACEACF7}" destId="{BA6023D3-7495-45A2-8925-14903DE65BFF}" srcOrd="0" destOrd="0" parTransId="{469E0B86-5670-498A-817A-AB746291F319}" sibTransId="{02873189-3C9D-46DA-B79B-5BCD479AAA59}"/>
    <dgm:cxn modelId="{EE02572F-BE8B-4905-8756-EFAFE6F805ED}" type="presParOf" srcId="{7D8EC67D-F360-4B80-B678-E56894381913}" destId="{CA8334B4-4EBB-480F-BB62-B5B48A1C8D5E}" srcOrd="0" destOrd="0" presId="urn:microsoft.com/office/officeart/2005/8/layout/default"/>
    <dgm:cxn modelId="{9051B5E6-27A9-4975-A851-199CD657BC9C}" type="presParOf" srcId="{7D8EC67D-F360-4B80-B678-E56894381913}" destId="{9BA415BB-1CDF-459E-A583-A7F755D17702}" srcOrd="1" destOrd="0" presId="urn:microsoft.com/office/officeart/2005/8/layout/default"/>
    <dgm:cxn modelId="{F8E22443-49D1-4C18-B5DA-79C95C45795C}" type="presParOf" srcId="{7D8EC67D-F360-4B80-B678-E56894381913}" destId="{26094996-CF77-40B9-A5D6-F6847CFC2DA9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28CF1EB-1F18-47D7-B7C6-25AA4C25F5C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47CE9A8-9CEA-4CC3-B85A-864D3054C7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Loyalty has weak effect on productivity</a:t>
          </a:r>
        </a:p>
      </dgm:t>
    </dgm:pt>
    <dgm:pt modelId="{1B2F3ED1-0675-4941-9ED1-C068FCD440D7}" type="parTrans" cxnId="{281D1823-B48F-4304-A791-CCCE5B583482}">
      <dgm:prSet/>
      <dgm:spPr/>
      <dgm:t>
        <a:bodyPr/>
        <a:lstStyle/>
        <a:p>
          <a:endParaRPr lang="en-US"/>
        </a:p>
      </dgm:t>
    </dgm:pt>
    <dgm:pt modelId="{929E2E82-E4E6-4272-B701-3F913DF97ABF}" type="sibTrans" cxnId="{281D1823-B48F-4304-A791-CCCE5B583482}">
      <dgm:prSet/>
      <dgm:spPr/>
      <dgm:t>
        <a:bodyPr/>
        <a:lstStyle/>
        <a:p>
          <a:endParaRPr lang="en-US"/>
        </a:p>
      </dgm:t>
    </dgm:pt>
    <dgm:pt modelId="{3C2E83F4-85D6-4D5F-B5E3-1EBD77A596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Teller transactions stronger operational driver</a:t>
          </a:r>
        </a:p>
      </dgm:t>
    </dgm:pt>
    <dgm:pt modelId="{BCB009BA-869D-4CC3-ACC6-250B7F13D937}" type="parTrans" cxnId="{C013D262-57FC-4E9A-8948-9EC8EC0A3031}">
      <dgm:prSet/>
      <dgm:spPr/>
      <dgm:t>
        <a:bodyPr/>
        <a:lstStyle/>
        <a:p>
          <a:endParaRPr lang="en-US"/>
        </a:p>
      </dgm:t>
    </dgm:pt>
    <dgm:pt modelId="{D31BDAC3-9CAC-4971-ABE9-12A4ABFBF8D2}" type="sibTrans" cxnId="{C013D262-57FC-4E9A-8948-9EC8EC0A3031}">
      <dgm:prSet/>
      <dgm:spPr/>
      <dgm:t>
        <a:bodyPr/>
        <a:lstStyle/>
        <a:p>
          <a:endParaRPr lang="en-US"/>
        </a:p>
      </dgm:t>
    </dgm:pt>
    <dgm:pt modelId="{F2A24067-BBC7-4465-863C-40321B1249F5}" type="pres">
      <dgm:prSet presAssocID="{428CF1EB-1F18-47D7-B7C6-25AA4C25F5C7}" presName="root" presStyleCnt="0">
        <dgm:presLayoutVars>
          <dgm:dir/>
          <dgm:resizeHandles val="exact"/>
        </dgm:presLayoutVars>
      </dgm:prSet>
      <dgm:spPr/>
    </dgm:pt>
    <dgm:pt modelId="{05197239-532B-4E75-93CE-7C41F101EB8D}" type="pres">
      <dgm:prSet presAssocID="{047CE9A8-9CEA-4CC3-B85A-864D3054C74C}" presName="compNode" presStyleCnt="0"/>
      <dgm:spPr/>
    </dgm:pt>
    <dgm:pt modelId="{0590D5D9-B129-4CC6-A8D9-45C6A216632D}" type="pres">
      <dgm:prSet presAssocID="{047CE9A8-9CEA-4CC3-B85A-864D3054C74C}" presName="bgRect" presStyleLbl="bgShp" presStyleIdx="0" presStyleCnt="2"/>
      <dgm:spPr/>
    </dgm:pt>
    <dgm:pt modelId="{7C58B813-DDD7-4EEA-8628-C15D0DA4B400}" type="pres">
      <dgm:prSet presAssocID="{047CE9A8-9CEA-4CC3-B85A-864D3054C74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0E01896E-0162-4A07-B9A3-3A8A5381CB21}" type="pres">
      <dgm:prSet presAssocID="{047CE9A8-9CEA-4CC3-B85A-864D3054C74C}" presName="spaceRect" presStyleCnt="0"/>
      <dgm:spPr/>
    </dgm:pt>
    <dgm:pt modelId="{883F82F0-6C24-4330-AA4C-252D57FD97C3}" type="pres">
      <dgm:prSet presAssocID="{047CE9A8-9CEA-4CC3-B85A-864D3054C74C}" presName="parTx" presStyleLbl="revTx" presStyleIdx="0" presStyleCnt="2">
        <dgm:presLayoutVars>
          <dgm:chMax val="0"/>
          <dgm:chPref val="0"/>
        </dgm:presLayoutVars>
      </dgm:prSet>
      <dgm:spPr/>
    </dgm:pt>
    <dgm:pt modelId="{872BD2BF-7E43-4CAA-B52E-FB06A0B38791}" type="pres">
      <dgm:prSet presAssocID="{929E2E82-E4E6-4272-B701-3F913DF97ABF}" presName="sibTrans" presStyleCnt="0"/>
      <dgm:spPr/>
    </dgm:pt>
    <dgm:pt modelId="{0FB8EA98-9F13-476F-9D60-2D02F6389075}" type="pres">
      <dgm:prSet presAssocID="{3C2E83F4-85D6-4D5F-B5E3-1EBD77A59662}" presName="compNode" presStyleCnt="0"/>
      <dgm:spPr/>
    </dgm:pt>
    <dgm:pt modelId="{B58A5788-29DA-46F2-BD9F-1FC34BC1C4C2}" type="pres">
      <dgm:prSet presAssocID="{3C2E83F4-85D6-4D5F-B5E3-1EBD77A59662}" presName="bgRect" presStyleLbl="bgShp" presStyleIdx="1" presStyleCnt="2"/>
      <dgm:spPr/>
    </dgm:pt>
    <dgm:pt modelId="{66920F7F-06E7-4304-932E-A2041CDF657E}" type="pres">
      <dgm:prSet presAssocID="{3C2E83F4-85D6-4D5F-B5E3-1EBD77A5966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7B95889B-E33A-4457-A34C-6C47D4A31B74}" type="pres">
      <dgm:prSet presAssocID="{3C2E83F4-85D6-4D5F-B5E3-1EBD77A59662}" presName="spaceRect" presStyleCnt="0"/>
      <dgm:spPr/>
    </dgm:pt>
    <dgm:pt modelId="{18F56739-510B-4018-9358-0023D1C5F19B}" type="pres">
      <dgm:prSet presAssocID="{3C2E83F4-85D6-4D5F-B5E3-1EBD77A5966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D9DF411-C0BB-4CF8-9AA0-0217E5176DDF}" type="presOf" srcId="{047CE9A8-9CEA-4CC3-B85A-864D3054C74C}" destId="{883F82F0-6C24-4330-AA4C-252D57FD97C3}" srcOrd="0" destOrd="0" presId="urn:microsoft.com/office/officeart/2018/2/layout/IconVerticalSolidList"/>
    <dgm:cxn modelId="{281D1823-B48F-4304-A791-CCCE5B583482}" srcId="{428CF1EB-1F18-47D7-B7C6-25AA4C25F5C7}" destId="{047CE9A8-9CEA-4CC3-B85A-864D3054C74C}" srcOrd="0" destOrd="0" parTransId="{1B2F3ED1-0675-4941-9ED1-C068FCD440D7}" sibTransId="{929E2E82-E4E6-4272-B701-3F913DF97ABF}"/>
    <dgm:cxn modelId="{7DF1903D-C353-4F34-A8F0-D6E408A5470E}" type="presOf" srcId="{3C2E83F4-85D6-4D5F-B5E3-1EBD77A59662}" destId="{18F56739-510B-4018-9358-0023D1C5F19B}" srcOrd="0" destOrd="0" presId="urn:microsoft.com/office/officeart/2018/2/layout/IconVerticalSolidList"/>
    <dgm:cxn modelId="{C013D262-57FC-4E9A-8948-9EC8EC0A3031}" srcId="{428CF1EB-1F18-47D7-B7C6-25AA4C25F5C7}" destId="{3C2E83F4-85D6-4D5F-B5E3-1EBD77A59662}" srcOrd="1" destOrd="0" parTransId="{BCB009BA-869D-4CC3-ACC6-250B7F13D937}" sibTransId="{D31BDAC3-9CAC-4971-ABE9-12A4ABFBF8D2}"/>
    <dgm:cxn modelId="{2FF89DFD-2F85-4972-932A-B5FCDED268D2}" type="presOf" srcId="{428CF1EB-1F18-47D7-B7C6-25AA4C25F5C7}" destId="{F2A24067-BBC7-4465-863C-40321B1249F5}" srcOrd="0" destOrd="0" presId="urn:microsoft.com/office/officeart/2018/2/layout/IconVerticalSolidList"/>
    <dgm:cxn modelId="{70DB2E32-4FD5-44B6-AA8F-FE91CEE53871}" type="presParOf" srcId="{F2A24067-BBC7-4465-863C-40321B1249F5}" destId="{05197239-532B-4E75-93CE-7C41F101EB8D}" srcOrd="0" destOrd="0" presId="urn:microsoft.com/office/officeart/2018/2/layout/IconVerticalSolidList"/>
    <dgm:cxn modelId="{B264077C-F3E0-4B5A-9A25-CC4D8BF23576}" type="presParOf" srcId="{05197239-532B-4E75-93CE-7C41F101EB8D}" destId="{0590D5D9-B129-4CC6-A8D9-45C6A216632D}" srcOrd="0" destOrd="0" presId="urn:microsoft.com/office/officeart/2018/2/layout/IconVerticalSolidList"/>
    <dgm:cxn modelId="{6687C049-06B1-460F-B22D-3DE88FD7BEF8}" type="presParOf" srcId="{05197239-532B-4E75-93CE-7C41F101EB8D}" destId="{7C58B813-DDD7-4EEA-8628-C15D0DA4B400}" srcOrd="1" destOrd="0" presId="urn:microsoft.com/office/officeart/2018/2/layout/IconVerticalSolidList"/>
    <dgm:cxn modelId="{932091FA-F1B1-4DA8-8BFD-DD64592B9944}" type="presParOf" srcId="{05197239-532B-4E75-93CE-7C41F101EB8D}" destId="{0E01896E-0162-4A07-B9A3-3A8A5381CB21}" srcOrd="2" destOrd="0" presId="urn:microsoft.com/office/officeart/2018/2/layout/IconVerticalSolidList"/>
    <dgm:cxn modelId="{4DFD07D3-58CA-496B-A1D6-FE43F2A892E2}" type="presParOf" srcId="{05197239-532B-4E75-93CE-7C41F101EB8D}" destId="{883F82F0-6C24-4330-AA4C-252D57FD97C3}" srcOrd="3" destOrd="0" presId="urn:microsoft.com/office/officeart/2018/2/layout/IconVerticalSolidList"/>
    <dgm:cxn modelId="{0467D730-E9F3-41E4-A230-2EA7A08F9658}" type="presParOf" srcId="{F2A24067-BBC7-4465-863C-40321B1249F5}" destId="{872BD2BF-7E43-4CAA-B52E-FB06A0B38791}" srcOrd="1" destOrd="0" presId="urn:microsoft.com/office/officeart/2018/2/layout/IconVerticalSolidList"/>
    <dgm:cxn modelId="{45CA06A1-308A-4E8C-BAF8-5CF2BF102AE3}" type="presParOf" srcId="{F2A24067-BBC7-4465-863C-40321B1249F5}" destId="{0FB8EA98-9F13-476F-9D60-2D02F6389075}" srcOrd="2" destOrd="0" presId="urn:microsoft.com/office/officeart/2018/2/layout/IconVerticalSolidList"/>
    <dgm:cxn modelId="{8EB1912E-70E0-4D27-9471-1BA35657C5EB}" type="presParOf" srcId="{0FB8EA98-9F13-476F-9D60-2D02F6389075}" destId="{B58A5788-29DA-46F2-BD9F-1FC34BC1C4C2}" srcOrd="0" destOrd="0" presId="urn:microsoft.com/office/officeart/2018/2/layout/IconVerticalSolidList"/>
    <dgm:cxn modelId="{EDA85AF9-93A2-45E7-AC3B-010A6FE1BBF9}" type="presParOf" srcId="{0FB8EA98-9F13-476F-9D60-2D02F6389075}" destId="{66920F7F-06E7-4304-932E-A2041CDF657E}" srcOrd="1" destOrd="0" presId="urn:microsoft.com/office/officeart/2018/2/layout/IconVerticalSolidList"/>
    <dgm:cxn modelId="{9687BC69-3A48-49D6-9AB5-2D5145B68947}" type="presParOf" srcId="{0FB8EA98-9F13-476F-9D60-2D02F6389075}" destId="{7B95889B-E33A-4457-A34C-6C47D4A31B74}" srcOrd="2" destOrd="0" presId="urn:microsoft.com/office/officeart/2018/2/layout/IconVerticalSolidList"/>
    <dgm:cxn modelId="{912C635C-411D-438E-8FE4-9861894B5A02}" type="presParOf" srcId="{0FB8EA98-9F13-476F-9D60-2D02F6389075}" destId="{18F56739-510B-4018-9358-0023D1C5F1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AAFDEAD-6927-4C73-AF64-CCFCECC7A30C}" type="doc">
      <dgm:prSet loTypeId="urn:microsoft.com/office/officeart/2018/2/layout/IconVerticalSolidList" loCatId="icon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560902D-BED2-481A-B4E3-43193BC85D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Metro branches significantly more productive</a:t>
          </a:r>
        </a:p>
      </dgm:t>
    </dgm:pt>
    <dgm:pt modelId="{D6EE22E6-E4C0-4E4B-A877-2F5626BBDE85}" type="parTrans" cxnId="{47C6C954-AB64-424E-B639-398C897417F1}">
      <dgm:prSet/>
      <dgm:spPr/>
      <dgm:t>
        <a:bodyPr/>
        <a:lstStyle/>
        <a:p>
          <a:endParaRPr lang="en-US"/>
        </a:p>
      </dgm:t>
    </dgm:pt>
    <dgm:pt modelId="{BB35EC77-AFDD-4BAE-AA78-3A4D62444EED}" type="sibTrans" cxnId="{47C6C954-AB64-424E-B639-398C897417F1}">
      <dgm:prSet/>
      <dgm:spPr/>
      <dgm:t>
        <a:bodyPr/>
        <a:lstStyle/>
        <a:p>
          <a:endParaRPr lang="en-US"/>
        </a:p>
      </dgm:t>
    </dgm:pt>
    <dgm:pt modelId="{5C158A94-BF6A-4FDC-8D04-636B65E6C7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Customer experience scores similar</a:t>
          </a:r>
        </a:p>
      </dgm:t>
    </dgm:pt>
    <dgm:pt modelId="{1C91A0D9-6046-4C90-BCFF-E838CF3882D3}" type="parTrans" cxnId="{F3CE1352-1D9F-49D1-B34B-AEED268A7A5B}">
      <dgm:prSet/>
      <dgm:spPr/>
      <dgm:t>
        <a:bodyPr/>
        <a:lstStyle/>
        <a:p>
          <a:endParaRPr lang="en-US"/>
        </a:p>
      </dgm:t>
    </dgm:pt>
    <dgm:pt modelId="{A3613EA7-C9A7-466E-B253-541B48A72752}" type="sibTrans" cxnId="{F3CE1352-1D9F-49D1-B34B-AEED268A7A5B}">
      <dgm:prSet/>
      <dgm:spPr/>
      <dgm:t>
        <a:bodyPr/>
        <a:lstStyle/>
        <a:p>
          <a:endParaRPr lang="en-US"/>
        </a:p>
      </dgm:t>
    </dgm:pt>
    <dgm:pt modelId="{3CA77E7C-5891-4DF1-933D-E9D517D6C28D}" type="pres">
      <dgm:prSet presAssocID="{6AAFDEAD-6927-4C73-AF64-CCFCECC7A30C}" presName="root" presStyleCnt="0">
        <dgm:presLayoutVars>
          <dgm:dir/>
          <dgm:resizeHandles val="exact"/>
        </dgm:presLayoutVars>
      </dgm:prSet>
      <dgm:spPr/>
    </dgm:pt>
    <dgm:pt modelId="{24186BEB-5174-4D05-A4E5-E6DDFB43ACD1}" type="pres">
      <dgm:prSet presAssocID="{B560902D-BED2-481A-B4E3-43193BC85DE3}" presName="compNode" presStyleCnt="0"/>
      <dgm:spPr/>
    </dgm:pt>
    <dgm:pt modelId="{D89AE505-CC45-490A-9EA4-F875565D9E93}" type="pres">
      <dgm:prSet presAssocID="{B560902D-BED2-481A-B4E3-43193BC85DE3}" presName="bgRect" presStyleLbl="bgShp" presStyleIdx="0" presStyleCnt="2"/>
      <dgm:spPr/>
    </dgm:pt>
    <dgm:pt modelId="{D55B7880-D99F-4361-87A7-3176EFB738F8}" type="pres">
      <dgm:prSet presAssocID="{B560902D-BED2-481A-B4E3-43193BC85D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5EB35B27-1CF3-4678-B245-94E9CCCADA45}" type="pres">
      <dgm:prSet presAssocID="{B560902D-BED2-481A-B4E3-43193BC85DE3}" presName="spaceRect" presStyleCnt="0"/>
      <dgm:spPr/>
    </dgm:pt>
    <dgm:pt modelId="{A524A41E-CD10-4E04-8460-3B3EE18ACDCD}" type="pres">
      <dgm:prSet presAssocID="{B560902D-BED2-481A-B4E3-43193BC85DE3}" presName="parTx" presStyleLbl="revTx" presStyleIdx="0" presStyleCnt="2">
        <dgm:presLayoutVars>
          <dgm:chMax val="0"/>
          <dgm:chPref val="0"/>
        </dgm:presLayoutVars>
      </dgm:prSet>
      <dgm:spPr/>
    </dgm:pt>
    <dgm:pt modelId="{8B95089A-9E9B-4692-91DC-F13003C455F1}" type="pres">
      <dgm:prSet presAssocID="{BB35EC77-AFDD-4BAE-AA78-3A4D62444EED}" presName="sibTrans" presStyleCnt="0"/>
      <dgm:spPr/>
    </dgm:pt>
    <dgm:pt modelId="{914F3D04-D955-45D3-84A3-EF8D614F56BB}" type="pres">
      <dgm:prSet presAssocID="{5C158A94-BF6A-4FDC-8D04-636B65E6C743}" presName="compNode" presStyleCnt="0"/>
      <dgm:spPr/>
    </dgm:pt>
    <dgm:pt modelId="{0E059106-9D19-4AEA-A0B3-472419B9E7F6}" type="pres">
      <dgm:prSet presAssocID="{5C158A94-BF6A-4FDC-8D04-636B65E6C743}" presName="bgRect" presStyleLbl="bgShp" presStyleIdx="1" presStyleCnt="2"/>
      <dgm:spPr/>
    </dgm:pt>
    <dgm:pt modelId="{DB2198DB-C566-4E34-9ABF-F9BA4E968020}" type="pres">
      <dgm:prSet presAssocID="{5C158A94-BF6A-4FDC-8D04-636B65E6C74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577473B6-69D5-4E39-B41C-83F8A5B45FDF}" type="pres">
      <dgm:prSet presAssocID="{5C158A94-BF6A-4FDC-8D04-636B65E6C743}" presName="spaceRect" presStyleCnt="0"/>
      <dgm:spPr/>
    </dgm:pt>
    <dgm:pt modelId="{5C37C57E-3BDD-4BFA-8534-8BCF44456AF5}" type="pres">
      <dgm:prSet presAssocID="{5C158A94-BF6A-4FDC-8D04-636B65E6C74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6A15F09-C60D-4DB0-BA25-C400DE675A03}" type="presOf" srcId="{6AAFDEAD-6927-4C73-AF64-CCFCECC7A30C}" destId="{3CA77E7C-5891-4DF1-933D-E9D517D6C28D}" srcOrd="0" destOrd="0" presId="urn:microsoft.com/office/officeart/2018/2/layout/IconVerticalSolidList"/>
    <dgm:cxn modelId="{73C80534-2ACF-452D-8E1A-CE7FC5D5895F}" type="presOf" srcId="{5C158A94-BF6A-4FDC-8D04-636B65E6C743}" destId="{5C37C57E-3BDD-4BFA-8534-8BCF44456AF5}" srcOrd="0" destOrd="0" presId="urn:microsoft.com/office/officeart/2018/2/layout/IconVerticalSolidList"/>
    <dgm:cxn modelId="{F3CE1352-1D9F-49D1-B34B-AEED268A7A5B}" srcId="{6AAFDEAD-6927-4C73-AF64-CCFCECC7A30C}" destId="{5C158A94-BF6A-4FDC-8D04-636B65E6C743}" srcOrd="1" destOrd="0" parTransId="{1C91A0D9-6046-4C90-BCFF-E838CF3882D3}" sibTransId="{A3613EA7-C9A7-466E-B253-541B48A72752}"/>
    <dgm:cxn modelId="{47C6C954-AB64-424E-B639-398C897417F1}" srcId="{6AAFDEAD-6927-4C73-AF64-CCFCECC7A30C}" destId="{B560902D-BED2-481A-B4E3-43193BC85DE3}" srcOrd="0" destOrd="0" parTransId="{D6EE22E6-E4C0-4E4B-A877-2F5626BBDE85}" sibTransId="{BB35EC77-AFDD-4BAE-AA78-3A4D62444EED}"/>
    <dgm:cxn modelId="{653B5BFA-5E6F-47C2-B3A0-38F554788E43}" type="presOf" srcId="{B560902D-BED2-481A-B4E3-43193BC85DE3}" destId="{A524A41E-CD10-4E04-8460-3B3EE18ACDCD}" srcOrd="0" destOrd="0" presId="urn:microsoft.com/office/officeart/2018/2/layout/IconVerticalSolidList"/>
    <dgm:cxn modelId="{91FD15C1-2F64-4D53-95C6-FB58CDDDBC5C}" type="presParOf" srcId="{3CA77E7C-5891-4DF1-933D-E9D517D6C28D}" destId="{24186BEB-5174-4D05-A4E5-E6DDFB43ACD1}" srcOrd="0" destOrd="0" presId="urn:microsoft.com/office/officeart/2018/2/layout/IconVerticalSolidList"/>
    <dgm:cxn modelId="{F1D6FDFE-D9C2-4F93-BF6E-2E2167B218CF}" type="presParOf" srcId="{24186BEB-5174-4D05-A4E5-E6DDFB43ACD1}" destId="{D89AE505-CC45-490A-9EA4-F875565D9E93}" srcOrd="0" destOrd="0" presId="urn:microsoft.com/office/officeart/2018/2/layout/IconVerticalSolidList"/>
    <dgm:cxn modelId="{2B26314A-D632-4837-855E-4B4DAA33C68D}" type="presParOf" srcId="{24186BEB-5174-4D05-A4E5-E6DDFB43ACD1}" destId="{D55B7880-D99F-4361-87A7-3176EFB738F8}" srcOrd="1" destOrd="0" presId="urn:microsoft.com/office/officeart/2018/2/layout/IconVerticalSolidList"/>
    <dgm:cxn modelId="{20ABD0C7-3683-433E-9EF7-B38B59BE81C5}" type="presParOf" srcId="{24186BEB-5174-4D05-A4E5-E6DDFB43ACD1}" destId="{5EB35B27-1CF3-4678-B245-94E9CCCADA45}" srcOrd="2" destOrd="0" presId="urn:microsoft.com/office/officeart/2018/2/layout/IconVerticalSolidList"/>
    <dgm:cxn modelId="{4BEC8E85-1F4A-4A02-ACA0-EF78E9DA2004}" type="presParOf" srcId="{24186BEB-5174-4D05-A4E5-E6DDFB43ACD1}" destId="{A524A41E-CD10-4E04-8460-3B3EE18ACDCD}" srcOrd="3" destOrd="0" presId="urn:microsoft.com/office/officeart/2018/2/layout/IconVerticalSolidList"/>
    <dgm:cxn modelId="{27CE742A-9B93-413E-B263-1250631AB87F}" type="presParOf" srcId="{3CA77E7C-5891-4DF1-933D-E9D517D6C28D}" destId="{8B95089A-9E9B-4692-91DC-F13003C455F1}" srcOrd="1" destOrd="0" presId="urn:microsoft.com/office/officeart/2018/2/layout/IconVerticalSolidList"/>
    <dgm:cxn modelId="{D8F5C0D5-CD14-4F17-89CD-DF729919041F}" type="presParOf" srcId="{3CA77E7C-5891-4DF1-933D-E9D517D6C28D}" destId="{914F3D04-D955-45D3-84A3-EF8D614F56BB}" srcOrd="2" destOrd="0" presId="urn:microsoft.com/office/officeart/2018/2/layout/IconVerticalSolidList"/>
    <dgm:cxn modelId="{BC6674B8-0953-4277-86EB-DEEA0A5D23D7}" type="presParOf" srcId="{914F3D04-D955-45D3-84A3-EF8D614F56BB}" destId="{0E059106-9D19-4AEA-A0B3-472419B9E7F6}" srcOrd="0" destOrd="0" presId="urn:microsoft.com/office/officeart/2018/2/layout/IconVerticalSolidList"/>
    <dgm:cxn modelId="{A1090351-6E3C-4610-9001-7A5527302CEB}" type="presParOf" srcId="{914F3D04-D955-45D3-84A3-EF8D614F56BB}" destId="{DB2198DB-C566-4E34-9ABF-F9BA4E968020}" srcOrd="1" destOrd="0" presId="urn:microsoft.com/office/officeart/2018/2/layout/IconVerticalSolidList"/>
    <dgm:cxn modelId="{747FC30B-3A69-473F-B175-35215ACBBD37}" type="presParOf" srcId="{914F3D04-D955-45D3-84A3-EF8D614F56BB}" destId="{577473B6-69D5-4E39-B41C-83F8A5B45FDF}" srcOrd="2" destOrd="0" presId="urn:microsoft.com/office/officeart/2018/2/layout/IconVerticalSolidList"/>
    <dgm:cxn modelId="{06BB1C4F-FB66-420D-ABF6-97FB73DA4962}" type="presParOf" srcId="{914F3D04-D955-45D3-84A3-EF8D614F56BB}" destId="{5C37C57E-3BDD-4BFA-8534-8BCF44456A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42B5779-78F4-476C-AC31-49CD8E45E91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D4FE0F9D-15DE-4271-9954-4930A6353F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Coherent internal climate</a:t>
          </a:r>
        </a:p>
      </dgm:t>
    </dgm:pt>
    <dgm:pt modelId="{25BCADB7-FF59-4C2E-8506-D30D86E7A64C}" type="parTrans" cxnId="{4F8CB9F1-047E-4620-8A91-C0F8A1D24ED0}">
      <dgm:prSet/>
      <dgm:spPr/>
      <dgm:t>
        <a:bodyPr/>
        <a:lstStyle/>
        <a:p>
          <a:endParaRPr lang="en-US"/>
        </a:p>
      </dgm:t>
    </dgm:pt>
    <dgm:pt modelId="{B3082444-9A74-4F9F-8F6E-908F9CEE1C2F}" type="sibTrans" cxnId="{4F8CB9F1-047E-4620-8A91-C0F8A1D24ED0}">
      <dgm:prSet/>
      <dgm:spPr/>
      <dgm:t>
        <a:bodyPr/>
        <a:lstStyle/>
        <a:p>
          <a:endParaRPr lang="en-US"/>
        </a:p>
      </dgm:t>
    </dgm:pt>
    <dgm:pt modelId="{216C52F2-7CFE-4D80-B504-9E374E930A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Service excellence drives loyalty</a:t>
          </a:r>
        </a:p>
      </dgm:t>
    </dgm:pt>
    <dgm:pt modelId="{31E62528-9C95-4487-9FB1-4EF01FFAE745}" type="parTrans" cxnId="{154F17E7-02CB-4EA2-92FA-92740E65DD63}">
      <dgm:prSet/>
      <dgm:spPr/>
      <dgm:t>
        <a:bodyPr/>
        <a:lstStyle/>
        <a:p>
          <a:endParaRPr lang="en-US"/>
        </a:p>
      </dgm:t>
    </dgm:pt>
    <dgm:pt modelId="{7CBAB51F-70D3-40A7-B4B5-163C447A24CC}" type="sibTrans" cxnId="{154F17E7-02CB-4EA2-92FA-92740E65DD63}">
      <dgm:prSet/>
      <dgm:spPr/>
      <dgm:t>
        <a:bodyPr/>
        <a:lstStyle/>
        <a:p>
          <a:endParaRPr lang="en-US"/>
        </a:p>
      </dgm:t>
    </dgm:pt>
    <dgm:pt modelId="{A86CC978-53DE-419C-AE1C-F7951FCA39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Productivity is driven by operations</a:t>
          </a:r>
        </a:p>
      </dgm:t>
    </dgm:pt>
    <dgm:pt modelId="{683E095F-B02F-4C35-A987-DB79CD90318D}" type="parTrans" cxnId="{B6B8D9ED-1082-4114-B2D7-F024DE2E06A6}">
      <dgm:prSet/>
      <dgm:spPr/>
      <dgm:t>
        <a:bodyPr/>
        <a:lstStyle/>
        <a:p>
          <a:endParaRPr lang="en-US"/>
        </a:p>
      </dgm:t>
    </dgm:pt>
    <dgm:pt modelId="{478BF05D-4932-4C7E-B249-A5B15B18580C}" type="sibTrans" cxnId="{B6B8D9ED-1082-4114-B2D7-F024DE2E06A6}">
      <dgm:prSet/>
      <dgm:spPr/>
      <dgm:t>
        <a:bodyPr/>
        <a:lstStyle/>
        <a:p>
          <a:endParaRPr lang="en-US"/>
        </a:p>
      </dgm:t>
    </dgm:pt>
    <dgm:pt modelId="{15163299-4686-4C94-8FD0-FBD910B63F79}" type="pres">
      <dgm:prSet presAssocID="{542B5779-78F4-476C-AC31-49CD8E45E914}" presName="root" presStyleCnt="0">
        <dgm:presLayoutVars>
          <dgm:dir/>
          <dgm:resizeHandles val="exact"/>
        </dgm:presLayoutVars>
      </dgm:prSet>
      <dgm:spPr/>
    </dgm:pt>
    <dgm:pt modelId="{8AAF2686-29CF-4ED3-A3A5-74EE5AC57D45}" type="pres">
      <dgm:prSet presAssocID="{D4FE0F9D-15DE-4271-9954-4930A6353F2E}" presName="compNode" presStyleCnt="0"/>
      <dgm:spPr/>
    </dgm:pt>
    <dgm:pt modelId="{5E0B8E02-3AEE-4961-B18C-72815217E2AB}" type="pres">
      <dgm:prSet presAssocID="{D4FE0F9D-15DE-4271-9954-4930A6353F2E}" presName="bgRect" presStyleLbl="bgShp" presStyleIdx="0" presStyleCnt="3"/>
      <dgm:spPr/>
    </dgm:pt>
    <dgm:pt modelId="{860A2DFD-A08F-4346-BD12-2CA73B025FAB}" type="pres">
      <dgm:prSet presAssocID="{D4FE0F9D-15DE-4271-9954-4930A6353F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225BBABE-E024-43FE-88BD-DFF9974012EC}" type="pres">
      <dgm:prSet presAssocID="{D4FE0F9D-15DE-4271-9954-4930A6353F2E}" presName="spaceRect" presStyleCnt="0"/>
      <dgm:spPr/>
    </dgm:pt>
    <dgm:pt modelId="{724B812D-CE9F-4832-BBE8-BE356A3CCCC0}" type="pres">
      <dgm:prSet presAssocID="{D4FE0F9D-15DE-4271-9954-4930A6353F2E}" presName="parTx" presStyleLbl="revTx" presStyleIdx="0" presStyleCnt="3">
        <dgm:presLayoutVars>
          <dgm:chMax val="0"/>
          <dgm:chPref val="0"/>
        </dgm:presLayoutVars>
      </dgm:prSet>
      <dgm:spPr/>
    </dgm:pt>
    <dgm:pt modelId="{764A0888-CE7C-4142-9F1D-5140F8651DEC}" type="pres">
      <dgm:prSet presAssocID="{B3082444-9A74-4F9F-8F6E-908F9CEE1C2F}" presName="sibTrans" presStyleCnt="0"/>
      <dgm:spPr/>
    </dgm:pt>
    <dgm:pt modelId="{D3E23D89-BF8B-43F9-ABF9-18BB623CFE3B}" type="pres">
      <dgm:prSet presAssocID="{216C52F2-7CFE-4D80-B504-9E374E930AFE}" presName="compNode" presStyleCnt="0"/>
      <dgm:spPr/>
    </dgm:pt>
    <dgm:pt modelId="{2FDAD2B3-FB9C-438D-8B4B-56C3554C6A60}" type="pres">
      <dgm:prSet presAssocID="{216C52F2-7CFE-4D80-B504-9E374E930AFE}" presName="bgRect" presStyleLbl="bgShp" presStyleIdx="1" presStyleCnt="3"/>
      <dgm:spPr/>
    </dgm:pt>
    <dgm:pt modelId="{B059373E-3E59-4A88-BD16-80B90DC01767}" type="pres">
      <dgm:prSet presAssocID="{216C52F2-7CFE-4D80-B504-9E374E930A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D6EAF39-93C2-44E0-B4E4-E59614DE9B70}" type="pres">
      <dgm:prSet presAssocID="{216C52F2-7CFE-4D80-B504-9E374E930AFE}" presName="spaceRect" presStyleCnt="0"/>
      <dgm:spPr/>
    </dgm:pt>
    <dgm:pt modelId="{BB981EA4-8926-4DCE-9748-5311B044844B}" type="pres">
      <dgm:prSet presAssocID="{216C52F2-7CFE-4D80-B504-9E374E930AFE}" presName="parTx" presStyleLbl="revTx" presStyleIdx="1" presStyleCnt="3">
        <dgm:presLayoutVars>
          <dgm:chMax val="0"/>
          <dgm:chPref val="0"/>
        </dgm:presLayoutVars>
      </dgm:prSet>
      <dgm:spPr/>
    </dgm:pt>
    <dgm:pt modelId="{64947493-CF95-4E81-8D76-983BC41142F8}" type="pres">
      <dgm:prSet presAssocID="{7CBAB51F-70D3-40A7-B4B5-163C447A24CC}" presName="sibTrans" presStyleCnt="0"/>
      <dgm:spPr/>
    </dgm:pt>
    <dgm:pt modelId="{4EA7F858-2001-4C69-B68E-73AA7A18ABA1}" type="pres">
      <dgm:prSet presAssocID="{A86CC978-53DE-419C-AE1C-F7951FCA3947}" presName="compNode" presStyleCnt="0"/>
      <dgm:spPr/>
    </dgm:pt>
    <dgm:pt modelId="{355D7F90-0B69-421D-81D7-2F885AEEBFE9}" type="pres">
      <dgm:prSet presAssocID="{A86CC978-53DE-419C-AE1C-F7951FCA3947}" presName="bgRect" presStyleLbl="bgShp" presStyleIdx="2" presStyleCnt="3"/>
      <dgm:spPr/>
    </dgm:pt>
    <dgm:pt modelId="{CE0262D2-8918-415A-BEFD-5381363F7406}" type="pres">
      <dgm:prSet presAssocID="{A86CC978-53DE-419C-AE1C-F7951FCA394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BFD5F3D-4EF8-49A6-A4C5-AA7FAFDF9594}" type="pres">
      <dgm:prSet presAssocID="{A86CC978-53DE-419C-AE1C-F7951FCA3947}" presName="spaceRect" presStyleCnt="0"/>
      <dgm:spPr/>
    </dgm:pt>
    <dgm:pt modelId="{667035DC-4D9B-42C3-9155-4F624AD68E81}" type="pres">
      <dgm:prSet presAssocID="{A86CC978-53DE-419C-AE1C-F7951FCA394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AB99981-F302-4B90-BDD8-02CA616E226A}" type="presOf" srcId="{A86CC978-53DE-419C-AE1C-F7951FCA3947}" destId="{667035DC-4D9B-42C3-9155-4F624AD68E81}" srcOrd="0" destOrd="0" presId="urn:microsoft.com/office/officeart/2018/2/layout/IconVerticalSolidList"/>
    <dgm:cxn modelId="{E32926BE-B327-45C6-B669-1E5F54A5AAB4}" type="presOf" srcId="{216C52F2-7CFE-4D80-B504-9E374E930AFE}" destId="{BB981EA4-8926-4DCE-9748-5311B044844B}" srcOrd="0" destOrd="0" presId="urn:microsoft.com/office/officeart/2018/2/layout/IconVerticalSolidList"/>
    <dgm:cxn modelId="{C15E37C0-837E-4E33-AA7A-ABD0B22BA8D6}" type="presOf" srcId="{D4FE0F9D-15DE-4271-9954-4930A6353F2E}" destId="{724B812D-CE9F-4832-BBE8-BE356A3CCCC0}" srcOrd="0" destOrd="0" presId="urn:microsoft.com/office/officeart/2018/2/layout/IconVerticalSolidList"/>
    <dgm:cxn modelId="{6A5804C7-0B24-4D8B-8A8C-B0A0B60A77D1}" type="presOf" srcId="{542B5779-78F4-476C-AC31-49CD8E45E914}" destId="{15163299-4686-4C94-8FD0-FBD910B63F79}" srcOrd="0" destOrd="0" presId="urn:microsoft.com/office/officeart/2018/2/layout/IconVerticalSolidList"/>
    <dgm:cxn modelId="{154F17E7-02CB-4EA2-92FA-92740E65DD63}" srcId="{542B5779-78F4-476C-AC31-49CD8E45E914}" destId="{216C52F2-7CFE-4D80-B504-9E374E930AFE}" srcOrd="1" destOrd="0" parTransId="{31E62528-9C95-4487-9FB1-4EF01FFAE745}" sibTransId="{7CBAB51F-70D3-40A7-B4B5-163C447A24CC}"/>
    <dgm:cxn modelId="{B6B8D9ED-1082-4114-B2D7-F024DE2E06A6}" srcId="{542B5779-78F4-476C-AC31-49CD8E45E914}" destId="{A86CC978-53DE-419C-AE1C-F7951FCA3947}" srcOrd="2" destOrd="0" parTransId="{683E095F-B02F-4C35-A987-DB79CD90318D}" sibTransId="{478BF05D-4932-4C7E-B249-A5B15B18580C}"/>
    <dgm:cxn modelId="{4F8CB9F1-047E-4620-8A91-C0F8A1D24ED0}" srcId="{542B5779-78F4-476C-AC31-49CD8E45E914}" destId="{D4FE0F9D-15DE-4271-9954-4930A6353F2E}" srcOrd="0" destOrd="0" parTransId="{25BCADB7-FF59-4C2E-8506-D30D86E7A64C}" sibTransId="{B3082444-9A74-4F9F-8F6E-908F9CEE1C2F}"/>
    <dgm:cxn modelId="{D80ADC93-E0EF-4BBE-9A3E-185FD6EFEE31}" type="presParOf" srcId="{15163299-4686-4C94-8FD0-FBD910B63F79}" destId="{8AAF2686-29CF-4ED3-A3A5-74EE5AC57D45}" srcOrd="0" destOrd="0" presId="urn:microsoft.com/office/officeart/2018/2/layout/IconVerticalSolidList"/>
    <dgm:cxn modelId="{134CEB7E-C477-4B65-A613-96BF349B9AAD}" type="presParOf" srcId="{8AAF2686-29CF-4ED3-A3A5-74EE5AC57D45}" destId="{5E0B8E02-3AEE-4961-B18C-72815217E2AB}" srcOrd="0" destOrd="0" presId="urn:microsoft.com/office/officeart/2018/2/layout/IconVerticalSolidList"/>
    <dgm:cxn modelId="{76DD47DE-A535-4F66-9790-5B475C150CB9}" type="presParOf" srcId="{8AAF2686-29CF-4ED3-A3A5-74EE5AC57D45}" destId="{860A2DFD-A08F-4346-BD12-2CA73B025FAB}" srcOrd="1" destOrd="0" presId="urn:microsoft.com/office/officeart/2018/2/layout/IconVerticalSolidList"/>
    <dgm:cxn modelId="{4ABD6DC0-96FE-45CD-8E45-A4D84F4D9625}" type="presParOf" srcId="{8AAF2686-29CF-4ED3-A3A5-74EE5AC57D45}" destId="{225BBABE-E024-43FE-88BD-DFF9974012EC}" srcOrd="2" destOrd="0" presId="urn:microsoft.com/office/officeart/2018/2/layout/IconVerticalSolidList"/>
    <dgm:cxn modelId="{BB4733D1-E7DE-46A5-93AB-5BB8C42779E3}" type="presParOf" srcId="{8AAF2686-29CF-4ED3-A3A5-74EE5AC57D45}" destId="{724B812D-CE9F-4832-BBE8-BE356A3CCCC0}" srcOrd="3" destOrd="0" presId="urn:microsoft.com/office/officeart/2018/2/layout/IconVerticalSolidList"/>
    <dgm:cxn modelId="{0BBBF63F-6463-4EF0-BDC7-380A13A1914A}" type="presParOf" srcId="{15163299-4686-4C94-8FD0-FBD910B63F79}" destId="{764A0888-CE7C-4142-9F1D-5140F8651DEC}" srcOrd="1" destOrd="0" presId="urn:microsoft.com/office/officeart/2018/2/layout/IconVerticalSolidList"/>
    <dgm:cxn modelId="{47EC44FA-7AFA-4425-A991-87EF37B31707}" type="presParOf" srcId="{15163299-4686-4C94-8FD0-FBD910B63F79}" destId="{D3E23D89-BF8B-43F9-ABF9-18BB623CFE3B}" srcOrd="2" destOrd="0" presId="urn:microsoft.com/office/officeart/2018/2/layout/IconVerticalSolidList"/>
    <dgm:cxn modelId="{412617BB-BC03-4DBA-938C-D6666558239F}" type="presParOf" srcId="{D3E23D89-BF8B-43F9-ABF9-18BB623CFE3B}" destId="{2FDAD2B3-FB9C-438D-8B4B-56C3554C6A60}" srcOrd="0" destOrd="0" presId="urn:microsoft.com/office/officeart/2018/2/layout/IconVerticalSolidList"/>
    <dgm:cxn modelId="{C6777B52-3BF9-4BDD-B5CA-158D0FF02CED}" type="presParOf" srcId="{D3E23D89-BF8B-43F9-ABF9-18BB623CFE3B}" destId="{B059373E-3E59-4A88-BD16-80B90DC01767}" srcOrd="1" destOrd="0" presId="urn:microsoft.com/office/officeart/2018/2/layout/IconVerticalSolidList"/>
    <dgm:cxn modelId="{F2242C95-DE08-403D-BAFF-4B82E3B76A1E}" type="presParOf" srcId="{D3E23D89-BF8B-43F9-ABF9-18BB623CFE3B}" destId="{FD6EAF39-93C2-44E0-B4E4-E59614DE9B70}" srcOrd="2" destOrd="0" presId="urn:microsoft.com/office/officeart/2018/2/layout/IconVerticalSolidList"/>
    <dgm:cxn modelId="{F418B67E-BDFF-467B-8200-F4ED3B3321C6}" type="presParOf" srcId="{D3E23D89-BF8B-43F9-ABF9-18BB623CFE3B}" destId="{BB981EA4-8926-4DCE-9748-5311B044844B}" srcOrd="3" destOrd="0" presId="urn:microsoft.com/office/officeart/2018/2/layout/IconVerticalSolidList"/>
    <dgm:cxn modelId="{E4A4C3A6-0D22-4AF9-AE21-9DBB7697DC10}" type="presParOf" srcId="{15163299-4686-4C94-8FD0-FBD910B63F79}" destId="{64947493-CF95-4E81-8D76-983BC41142F8}" srcOrd="3" destOrd="0" presId="urn:microsoft.com/office/officeart/2018/2/layout/IconVerticalSolidList"/>
    <dgm:cxn modelId="{3F5065A2-8A76-4987-929F-12337718F5D9}" type="presParOf" srcId="{15163299-4686-4C94-8FD0-FBD910B63F79}" destId="{4EA7F858-2001-4C69-B68E-73AA7A18ABA1}" srcOrd="4" destOrd="0" presId="urn:microsoft.com/office/officeart/2018/2/layout/IconVerticalSolidList"/>
    <dgm:cxn modelId="{01D37937-1606-45F3-8C84-1A3A31DCDEC4}" type="presParOf" srcId="{4EA7F858-2001-4C69-B68E-73AA7A18ABA1}" destId="{355D7F90-0B69-421D-81D7-2F885AEEBFE9}" srcOrd="0" destOrd="0" presId="urn:microsoft.com/office/officeart/2018/2/layout/IconVerticalSolidList"/>
    <dgm:cxn modelId="{67D51574-642C-4248-A230-29DFEA4EA283}" type="presParOf" srcId="{4EA7F858-2001-4C69-B68E-73AA7A18ABA1}" destId="{CE0262D2-8918-415A-BEFD-5381363F7406}" srcOrd="1" destOrd="0" presId="urn:microsoft.com/office/officeart/2018/2/layout/IconVerticalSolidList"/>
    <dgm:cxn modelId="{97418BD6-7435-4FEE-8E57-C780126BB28F}" type="presParOf" srcId="{4EA7F858-2001-4C69-B68E-73AA7A18ABA1}" destId="{DBFD5F3D-4EF8-49A6-A4C5-AA7FAFDF9594}" srcOrd="2" destOrd="0" presId="urn:microsoft.com/office/officeart/2018/2/layout/IconVerticalSolidList"/>
    <dgm:cxn modelId="{7D2D57C2-C9A6-4867-860D-35D086599AA1}" type="presParOf" srcId="{4EA7F858-2001-4C69-B68E-73AA7A18ABA1}" destId="{667035DC-4D9B-42C3-9155-4F624AD68E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5D51C2E-B56C-4EBB-BABD-47CABE84D969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DB2AE78-27D5-45BF-87C5-19DC1A327714}">
      <dgm:prSet/>
      <dgm:spPr/>
      <dgm:t>
        <a:bodyPr/>
        <a:lstStyle/>
        <a:p>
          <a:r>
            <a:rPr lang="en-US"/>
            <a:t>• Cluster 1: High performers</a:t>
          </a:r>
        </a:p>
      </dgm:t>
    </dgm:pt>
    <dgm:pt modelId="{C46C1AAC-9C3D-43D4-89D7-EBC6CDD7810D}" type="parTrans" cxnId="{C4A400F5-FEDA-4CDC-B66E-DBA3E56A083A}">
      <dgm:prSet/>
      <dgm:spPr/>
      <dgm:t>
        <a:bodyPr/>
        <a:lstStyle/>
        <a:p>
          <a:endParaRPr lang="en-US"/>
        </a:p>
      </dgm:t>
    </dgm:pt>
    <dgm:pt modelId="{16007D1D-249B-4B18-9635-AD79779780CF}" type="sibTrans" cxnId="{C4A400F5-FEDA-4CDC-B66E-DBA3E56A083A}">
      <dgm:prSet/>
      <dgm:spPr/>
      <dgm:t>
        <a:bodyPr/>
        <a:lstStyle/>
        <a:p>
          <a:endParaRPr lang="en-US"/>
        </a:p>
      </dgm:t>
    </dgm:pt>
    <dgm:pt modelId="{FD38AC74-E4D9-44FE-AA37-64E665382565}">
      <dgm:prSet/>
      <dgm:spPr/>
      <dgm:t>
        <a:bodyPr/>
        <a:lstStyle/>
        <a:p>
          <a:r>
            <a:rPr lang="en-US"/>
            <a:t>• Cluster 2: Moderate</a:t>
          </a:r>
        </a:p>
      </dgm:t>
    </dgm:pt>
    <dgm:pt modelId="{471C9CDE-6CD5-4D70-A245-8DB9D436B6AE}" type="parTrans" cxnId="{078419CE-3E71-4CFB-A7FE-45022E5CBA45}">
      <dgm:prSet/>
      <dgm:spPr/>
      <dgm:t>
        <a:bodyPr/>
        <a:lstStyle/>
        <a:p>
          <a:endParaRPr lang="en-US"/>
        </a:p>
      </dgm:t>
    </dgm:pt>
    <dgm:pt modelId="{51E0D248-C33F-41C6-BC79-808A5143D68E}" type="sibTrans" cxnId="{078419CE-3E71-4CFB-A7FE-45022E5CBA45}">
      <dgm:prSet/>
      <dgm:spPr/>
      <dgm:t>
        <a:bodyPr/>
        <a:lstStyle/>
        <a:p>
          <a:endParaRPr lang="en-US"/>
        </a:p>
      </dgm:t>
    </dgm:pt>
    <dgm:pt modelId="{620440F5-E643-471C-AFF1-6BC8F1654499}">
      <dgm:prSet/>
      <dgm:spPr/>
      <dgm:t>
        <a:bodyPr/>
        <a:lstStyle/>
        <a:p>
          <a:r>
            <a:rPr lang="en-US"/>
            <a:t>• Cluster 3: Low performing (needs intervention)</a:t>
          </a:r>
        </a:p>
      </dgm:t>
    </dgm:pt>
    <dgm:pt modelId="{CC2A9E53-F913-41D6-8076-62F7744FF570}" type="parTrans" cxnId="{0CB66E5C-7451-4697-A5B6-F6906A1272CF}">
      <dgm:prSet/>
      <dgm:spPr/>
      <dgm:t>
        <a:bodyPr/>
        <a:lstStyle/>
        <a:p>
          <a:endParaRPr lang="en-US"/>
        </a:p>
      </dgm:t>
    </dgm:pt>
    <dgm:pt modelId="{6034D388-51B3-4214-A3D8-9D4BEE6A229B}" type="sibTrans" cxnId="{0CB66E5C-7451-4697-A5B6-F6906A1272CF}">
      <dgm:prSet/>
      <dgm:spPr/>
      <dgm:t>
        <a:bodyPr/>
        <a:lstStyle/>
        <a:p>
          <a:endParaRPr lang="en-US"/>
        </a:p>
      </dgm:t>
    </dgm:pt>
    <dgm:pt modelId="{445868A0-61AA-42FE-B401-EC49F1753C2B}" type="pres">
      <dgm:prSet presAssocID="{25D51C2E-B56C-4EBB-BABD-47CABE84D969}" presName="diagram" presStyleCnt="0">
        <dgm:presLayoutVars>
          <dgm:dir/>
          <dgm:resizeHandles val="exact"/>
        </dgm:presLayoutVars>
      </dgm:prSet>
      <dgm:spPr/>
    </dgm:pt>
    <dgm:pt modelId="{F972CC0A-7343-42CF-B37E-20134D2B4BCE}" type="pres">
      <dgm:prSet presAssocID="{0DB2AE78-27D5-45BF-87C5-19DC1A327714}" presName="node" presStyleLbl="node1" presStyleIdx="0" presStyleCnt="3">
        <dgm:presLayoutVars>
          <dgm:bulletEnabled val="1"/>
        </dgm:presLayoutVars>
      </dgm:prSet>
      <dgm:spPr/>
    </dgm:pt>
    <dgm:pt modelId="{879CC8C7-E765-49CF-BF12-0E0BE93883AB}" type="pres">
      <dgm:prSet presAssocID="{16007D1D-249B-4B18-9635-AD79779780CF}" presName="sibTrans" presStyleCnt="0"/>
      <dgm:spPr/>
    </dgm:pt>
    <dgm:pt modelId="{920B0A2D-621F-4A6B-8CB7-CF1E65CAA89E}" type="pres">
      <dgm:prSet presAssocID="{FD38AC74-E4D9-44FE-AA37-64E665382565}" presName="node" presStyleLbl="node1" presStyleIdx="1" presStyleCnt="3">
        <dgm:presLayoutVars>
          <dgm:bulletEnabled val="1"/>
        </dgm:presLayoutVars>
      </dgm:prSet>
      <dgm:spPr/>
    </dgm:pt>
    <dgm:pt modelId="{63B16ECC-741D-44B5-AC1E-012FF05B335F}" type="pres">
      <dgm:prSet presAssocID="{51E0D248-C33F-41C6-BC79-808A5143D68E}" presName="sibTrans" presStyleCnt="0"/>
      <dgm:spPr/>
    </dgm:pt>
    <dgm:pt modelId="{05A19E4A-36AD-4BF5-A73A-44E545501FF1}" type="pres">
      <dgm:prSet presAssocID="{620440F5-E643-471C-AFF1-6BC8F1654499}" presName="node" presStyleLbl="node1" presStyleIdx="2" presStyleCnt="3">
        <dgm:presLayoutVars>
          <dgm:bulletEnabled val="1"/>
        </dgm:presLayoutVars>
      </dgm:prSet>
      <dgm:spPr/>
    </dgm:pt>
  </dgm:ptLst>
  <dgm:cxnLst>
    <dgm:cxn modelId="{0CB66E5C-7451-4697-A5B6-F6906A1272CF}" srcId="{25D51C2E-B56C-4EBB-BABD-47CABE84D969}" destId="{620440F5-E643-471C-AFF1-6BC8F1654499}" srcOrd="2" destOrd="0" parTransId="{CC2A9E53-F913-41D6-8076-62F7744FF570}" sibTransId="{6034D388-51B3-4214-A3D8-9D4BEE6A229B}"/>
    <dgm:cxn modelId="{CB677D64-DD78-4929-B88F-F6E327A6CDFC}" type="presOf" srcId="{620440F5-E643-471C-AFF1-6BC8F1654499}" destId="{05A19E4A-36AD-4BF5-A73A-44E545501FF1}" srcOrd="0" destOrd="0" presId="urn:microsoft.com/office/officeart/2005/8/layout/default"/>
    <dgm:cxn modelId="{BA501846-BA13-4908-8D10-EB90CCC3F762}" type="presOf" srcId="{FD38AC74-E4D9-44FE-AA37-64E665382565}" destId="{920B0A2D-621F-4A6B-8CB7-CF1E65CAA89E}" srcOrd="0" destOrd="0" presId="urn:microsoft.com/office/officeart/2005/8/layout/default"/>
    <dgm:cxn modelId="{FBEFE98E-FDF7-4239-940B-29DA7BA7FCED}" type="presOf" srcId="{0DB2AE78-27D5-45BF-87C5-19DC1A327714}" destId="{F972CC0A-7343-42CF-B37E-20134D2B4BCE}" srcOrd="0" destOrd="0" presId="urn:microsoft.com/office/officeart/2005/8/layout/default"/>
    <dgm:cxn modelId="{2B27D992-2D37-4532-B757-A674C24FF551}" type="presOf" srcId="{25D51C2E-B56C-4EBB-BABD-47CABE84D969}" destId="{445868A0-61AA-42FE-B401-EC49F1753C2B}" srcOrd="0" destOrd="0" presId="urn:microsoft.com/office/officeart/2005/8/layout/default"/>
    <dgm:cxn modelId="{078419CE-3E71-4CFB-A7FE-45022E5CBA45}" srcId="{25D51C2E-B56C-4EBB-BABD-47CABE84D969}" destId="{FD38AC74-E4D9-44FE-AA37-64E665382565}" srcOrd="1" destOrd="0" parTransId="{471C9CDE-6CD5-4D70-A245-8DB9D436B6AE}" sibTransId="{51E0D248-C33F-41C6-BC79-808A5143D68E}"/>
    <dgm:cxn modelId="{C4A400F5-FEDA-4CDC-B66E-DBA3E56A083A}" srcId="{25D51C2E-B56C-4EBB-BABD-47CABE84D969}" destId="{0DB2AE78-27D5-45BF-87C5-19DC1A327714}" srcOrd="0" destOrd="0" parTransId="{C46C1AAC-9C3D-43D4-89D7-EBC6CDD7810D}" sibTransId="{16007D1D-249B-4B18-9635-AD79779780CF}"/>
    <dgm:cxn modelId="{D3CA9D6C-EEE0-4A97-89AE-EC2C770E1A88}" type="presParOf" srcId="{445868A0-61AA-42FE-B401-EC49F1753C2B}" destId="{F972CC0A-7343-42CF-B37E-20134D2B4BCE}" srcOrd="0" destOrd="0" presId="urn:microsoft.com/office/officeart/2005/8/layout/default"/>
    <dgm:cxn modelId="{D188170B-2188-4593-9AF9-03A931A5E60F}" type="presParOf" srcId="{445868A0-61AA-42FE-B401-EC49F1753C2B}" destId="{879CC8C7-E765-49CF-BF12-0E0BE93883AB}" srcOrd="1" destOrd="0" presId="urn:microsoft.com/office/officeart/2005/8/layout/default"/>
    <dgm:cxn modelId="{9DD7CE02-717C-4134-8F41-4A07B2DD3B73}" type="presParOf" srcId="{445868A0-61AA-42FE-B401-EC49F1753C2B}" destId="{920B0A2D-621F-4A6B-8CB7-CF1E65CAA89E}" srcOrd="2" destOrd="0" presId="urn:microsoft.com/office/officeart/2005/8/layout/default"/>
    <dgm:cxn modelId="{CB1E761D-F2F4-4BE2-B0A9-3DC4B5E02061}" type="presParOf" srcId="{445868A0-61AA-42FE-B401-EC49F1753C2B}" destId="{63B16ECC-741D-44B5-AC1E-012FF05B335F}" srcOrd="3" destOrd="0" presId="urn:microsoft.com/office/officeart/2005/8/layout/default"/>
    <dgm:cxn modelId="{FAFB39CC-83E6-49C1-9583-47AA485F28BE}" type="presParOf" srcId="{445868A0-61AA-42FE-B401-EC49F1753C2B}" destId="{05A19E4A-36AD-4BF5-A73A-44E545501FF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0B056-B480-478B-9D4B-41C16FDD94B9}">
      <dsp:nvSpPr>
        <dsp:cNvPr id="0" name=""/>
        <dsp:cNvSpPr/>
      </dsp:nvSpPr>
      <dsp:spPr>
        <a:xfrm>
          <a:off x="0" y="3993"/>
          <a:ext cx="4286250" cy="8505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79734-8A8F-46C5-9E5C-2C7D790864B6}">
      <dsp:nvSpPr>
        <dsp:cNvPr id="0" name=""/>
        <dsp:cNvSpPr/>
      </dsp:nvSpPr>
      <dsp:spPr>
        <a:xfrm>
          <a:off x="257296" y="195371"/>
          <a:ext cx="467812" cy="467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4E84E-3423-4A15-99FA-3C8653C626D3}">
      <dsp:nvSpPr>
        <dsp:cNvPr id="0" name=""/>
        <dsp:cNvSpPr/>
      </dsp:nvSpPr>
      <dsp:spPr>
        <a:xfrm>
          <a:off x="982406" y="3993"/>
          <a:ext cx="3303843" cy="850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8" tIns="90018" rIns="90018" bIns="9001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Introduction</a:t>
          </a:r>
        </a:p>
      </dsp:txBody>
      <dsp:txXfrm>
        <a:off x="982406" y="3993"/>
        <a:ext cx="3303843" cy="850568"/>
      </dsp:txXfrm>
    </dsp:sp>
    <dsp:sp modelId="{9BCBA783-8B30-4405-A106-6FA8A055D2DE}">
      <dsp:nvSpPr>
        <dsp:cNvPr id="0" name=""/>
        <dsp:cNvSpPr/>
      </dsp:nvSpPr>
      <dsp:spPr>
        <a:xfrm>
          <a:off x="0" y="1067203"/>
          <a:ext cx="4286250" cy="8505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B8A74-8C75-4708-8997-EEBCBF870276}">
      <dsp:nvSpPr>
        <dsp:cNvPr id="0" name=""/>
        <dsp:cNvSpPr/>
      </dsp:nvSpPr>
      <dsp:spPr>
        <a:xfrm>
          <a:off x="257296" y="1258581"/>
          <a:ext cx="467812" cy="467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69357-EFC6-436E-8EA1-45524136BC29}">
      <dsp:nvSpPr>
        <dsp:cNvPr id="0" name=""/>
        <dsp:cNvSpPr/>
      </dsp:nvSpPr>
      <dsp:spPr>
        <a:xfrm>
          <a:off x="982406" y="1067203"/>
          <a:ext cx="3303843" cy="850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8" tIns="90018" rIns="90018" bIns="9001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Overview </a:t>
          </a:r>
        </a:p>
      </dsp:txBody>
      <dsp:txXfrm>
        <a:off x="982406" y="1067203"/>
        <a:ext cx="3303843" cy="850568"/>
      </dsp:txXfrm>
    </dsp:sp>
    <dsp:sp modelId="{3C1AB302-9B3F-4002-AF82-5CD0A5FED262}">
      <dsp:nvSpPr>
        <dsp:cNvPr id="0" name=""/>
        <dsp:cNvSpPr/>
      </dsp:nvSpPr>
      <dsp:spPr>
        <a:xfrm>
          <a:off x="0" y="2130413"/>
          <a:ext cx="4286250" cy="8505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B5C8E-C274-4533-A00F-BEF00E4C7097}">
      <dsp:nvSpPr>
        <dsp:cNvPr id="0" name=""/>
        <dsp:cNvSpPr/>
      </dsp:nvSpPr>
      <dsp:spPr>
        <a:xfrm>
          <a:off x="257296" y="2321791"/>
          <a:ext cx="467812" cy="467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C89CD-4F1A-40E4-AA02-30170FC5EC3D}">
      <dsp:nvSpPr>
        <dsp:cNvPr id="0" name=""/>
        <dsp:cNvSpPr/>
      </dsp:nvSpPr>
      <dsp:spPr>
        <a:xfrm>
          <a:off x="982406" y="2130413"/>
          <a:ext cx="3303843" cy="850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8" tIns="90018" rIns="90018" bIns="9001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Methods</a:t>
          </a:r>
        </a:p>
      </dsp:txBody>
      <dsp:txXfrm>
        <a:off x="982406" y="2130413"/>
        <a:ext cx="3303843" cy="850568"/>
      </dsp:txXfrm>
    </dsp:sp>
    <dsp:sp modelId="{89E517E8-CEF6-48A9-B3C9-C5FCA9E05890}">
      <dsp:nvSpPr>
        <dsp:cNvPr id="0" name=""/>
        <dsp:cNvSpPr/>
      </dsp:nvSpPr>
      <dsp:spPr>
        <a:xfrm>
          <a:off x="0" y="3193623"/>
          <a:ext cx="4286250" cy="8505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0CA9D0-F256-420E-B80D-50BE0D070111}">
      <dsp:nvSpPr>
        <dsp:cNvPr id="0" name=""/>
        <dsp:cNvSpPr/>
      </dsp:nvSpPr>
      <dsp:spPr>
        <a:xfrm>
          <a:off x="257296" y="3385001"/>
          <a:ext cx="467812" cy="4678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AE771B-D505-49D1-85BB-D1BC2BDA52C7}">
      <dsp:nvSpPr>
        <dsp:cNvPr id="0" name=""/>
        <dsp:cNvSpPr/>
      </dsp:nvSpPr>
      <dsp:spPr>
        <a:xfrm>
          <a:off x="982406" y="3193623"/>
          <a:ext cx="3303843" cy="850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8" tIns="90018" rIns="90018" bIns="9001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Key Findings</a:t>
          </a:r>
        </a:p>
      </dsp:txBody>
      <dsp:txXfrm>
        <a:off x="982406" y="3193623"/>
        <a:ext cx="3303843" cy="850568"/>
      </dsp:txXfrm>
    </dsp:sp>
    <dsp:sp modelId="{C0A3BA7E-7A74-4B5C-9F12-888822653DA8}">
      <dsp:nvSpPr>
        <dsp:cNvPr id="0" name=""/>
        <dsp:cNvSpPr/>
      </dsp:nvSpPr>
      <dsp:spPr>
        <a:xfrm>
          <a:off x="0" y="4256833"/>
          <a:ext cx="4286250" cy="8505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1E00FD-BC29-4B29-9FDB-50363515679D}">
      <dsp:nvSpPr>
        <dsp:cNvPr id="0" name=""/>
        <dsp:cNvSpPr/>
      </dsp:nvSpPr>
      <dsp:spPr>
        <a:xfrm>
          <a:off x="257296" y="4448211"/>
          <a:ext cx="467812" cy="4678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7B7EE-D7EE-42F0-92BB-19B7AEC8F50E}">
      <dsp:nvSpPr>
        <dsp:cNvPr id="0" name=""/>
        <dsp:cNvSpPr/>
      </dsp:nvSpPr>
      <dsp:spPr>
        <a:xfrm>
          <a:off x="982406" y="4256833"/>
          <a:ext cx="3303843" cy="850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8" tIns="90018" rIns="90018" bIns="9001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Conclusion</a:t>
          </a:r>
        </a:p>
      </dsp:txBody>
      <dsp:txXfrm>
        <a:off x="982406" y="4256833"/>
        <a:ext cx="3303843" cy="850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E40F9-63C9-4418-9AB3-435D48DA99CB}">
      <dsp:nvSpPr>
        <dsp:cNvPr id="0" name=""/>
        <dsp:cNvSpPr/>
      </dsp:nvSpPr>
      <dsp:spPr>
        <a:xfrm>
          <a:off x="2523743" y="1147"/>
          <a:ext cx="2839212" cy="6679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Analytical Techniques</a:t>
          </a:r>
        </a:p>
      </dsp:txBody>
      <dsp:txXfrm>
        <a:off x="2556349" y="33753"/>
        <a:ext cx="2774000" cy="602724"/>
      </dsp:txXfrm>
    </dsp:sp>
    <dsp:sp modelId="{DB7D7A39-07BA-47A6-B3F6-CFD10576ADDC}">
      <dsp:nvSpPr>
        <dsp:cNvPr id="0" name=""/>
        <dsp:cNvSpPr/>
      </dsp:nvSpPr>
      <dsp:spPr>
        <a:xfrm>
          <a:off x="2523743" y="702480"/>
          <a:ext cx="2839212" cy="6679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Descriptive analytics</a:t>
          </a:r>
        </a:p>
      </dsp:txBody>
      <dsp:txXfrm>
        <a:off x="2556349" y="735086"/>
        <a:ext cx="2774000" cy="602724"/>
      </dsp:txXfrm>
    </dsp:sp>
    <dsp:sp modelId="{C5E8A698-2249-402A-ADF0-1D521DB45905}">
      <dsp:nvSpPr>
        <dsp:cNvPr id="0" name=""/>
        <dsp:cNvSpPr/>
      </dsp:nvSpPr>
      <dsp:spPr>
        <a:xfrm>
          <a:off x="2523743" y="1403813"/>
          <a:ext cx="2839212" cy="6679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Regression</a:t>
          </a:r>
        </a:p>
      </dsp:txBody>
      <dsp:txXfrm>
        <a:off x="2556349" y="1436419"/>
        <a:ext cx="2774000" cy="602724"/>
      </dsp:txXfrm>
    </dsp:sp>
    <dsp:sp modelId="{F0D829C3-42B2-445F-9526-C0EEAF00C214}">
      <dsp:nvSpPr>
        <dsp:cNvPr id="0" name=""/>
        <dsp:cNvSpPr/>
      </dsp:nvSpPr>
      <dsp:spPr>
        <a:xfrm>
          <a:off x="2523743" y="2105146"/>
          <a:ext cx="2839212" cy="6679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Correlation analysis</a:t>
          </a:r>
        </a:p>
      </dsp:txBody>
      <dsp:txXfrm>
        <a:off x="2556349" y="2137752"/>
        <a:ext cx="2774000" cy="602724"/>
      </dsp:txXfrm>
    </dsp:sp>
    <dsp:sp modelId="{50F2C3A7-599D-4A13-AE4F-D90337452EE7}">
      <dsp:nvSpPr>
        <dsp:cNvPr id="0" name=""/>
        <dsp:cNvSpPr/>
      </dsp:nvSpPr>
      <dsp:spPr>
        <a:xfrm>
          <a:off x="2523743" y="2806480"/>
          <a:ext cx="2839212" cy="6679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K-means clustering</a:t>
          </a:r>
        </a:p>
      </dsp:txBody>
      <dsp:txXfrm>
        <a:off x="2556349" y="2839086"/>
        <a:ext cx="2774000" cy="602724"/>
      </dsp:txXfrm>
    </dsp:sp>
    <dsp:sp modelId="{10EFE8EB-8AD7-4F3A-8581-DA1582D59BC0}">
      <dsp:nvSpPr>
        <dsp:cNvPr id="0" name=""/>
        <dsp:cNvSpPr/>
      </dsp:nvSpPr>
      <dsp:spPr>
        <a:xfrm>
          <a:off x="2523743" y="3507813"/>
          <a:ext cx="2839212" cy="6679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Shiny dashboards for visualization</a:t>
          </a:r>
        </a:p>
      </dsp:txBody>
      <dsp:txXfrm>
        <a:off x="2556349" y="3540419"/>
        <a:ext cx="2774000" cy="6027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1C354-C346-4EA0-B157-58FBA78E4C80}">
      <dsp:nvSpPr>
        <dsp:cNvPr id="0" name=""/>
        <dsp:cNvSpPr/>
      </dsp:nvSpPr>
      <dsp:spPr>
        <a:xfrm>
          <a:off x="0" y="0"/>
          <a:ext cx="830125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5C67066-9C15-48BE-8E27-BCD305A41659}">
      <dsp:nvSpPr>
        <dsp:cNvPr id="0" name=""/>
        <dsp:cNvSpPr/>
      </dsp:nvSpPr>
      <dsp:spPr>
        <a:xfrm>
          <a:off x="0" y="0"/>
          <a:ext cx="8301259" cy="221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Engagement, communication &amp; training positively relate to service quality</a:t>
          </a:r>
        </a:p>
      </dsp:txBody>
      <dsp:txXfrm>
        <a:off x="0" y="0"/>
        <a:ext cx="8301259" cy="2217125"/>
      </dsp:txXfrm>
    </dsp:sp>
    <dsp:sp modelId="{9D79D372-4358-485A-97A6-B2E5BD404418}">
      <dsp:nvSpPr>
        <dsp:cNvPr id="0" name=""/>
        <dsp:cNvSpPr/>
      </dsp:nvSpPr>
      <dsp:spPr>
        <a:xfrm>
          <a:off x="0" y="2217125"/>
          <a:ext cx="830125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61FD9BA-D62D-4513-896B-30E9D7322CB7}">
      <dsp:nvSpPr>
        <dsp:cNvPr id="0" name=""/>
        <dsp:cNvSpPr/>
      </dsp:nvSpPr>
      <dsp:spPr>
        <a:xfrm>
          <a:off x="0" y="2217125"/>
          <a:ext cx="8301259" cy="221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Teamwork &amp; involvement weaker effects</a:t>
          </a:r>
        </a:p>
      </dsp:txBody>
      <dsp:txXfrm>
        <a:off x="0" y="2217125"/>
        <a:ext cx="8301259" cy="22171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334B4-4EBB-480F-BB62-B5B48A1C8D5E}">
      <dsp:nvSpPr>
        <dsp:cNvPr id="0" name=""/>
        <dsp:cNvSpPr/>
      </dsp:nvSpPr>
      <dsp:spPr>
        <a:xfrm>
          <a:off x="892" y="183365"/>
          <a:ext cx="3479282" cy="20875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Strongest relationship in the dataset</a:t>
          </a:r>
        </a:p>
      </dsp:txBody>
      <dsp:txXfrm>
        <a:off x="892" y="183365"/>
        <a:ext cx="3479282" cy="2087569"/>
      </dsp:txXfrm>
    </dsp:sp>
    <dsp:sp modelId="{26094996-CF77-40B9-A5D6-F6847CFC2DA9}">
      <dsp:nvSpPr>
        <dsp:cNvPr id="0" name=""/>
        <dsp:cNvSpPr/>
      </dsp:nvSpPr>
      <dsp:spPr>
        <a:xfrm>
          <a:off x="3828102" y="183365"/>
          <a:ext cx="3479282" cy="20875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Service quality predicts loyalty (R² ≈ 0.81)</a:t>
          </a:r>
        </a:p>
      </dsp:txBody>
      <dsp:txXfrm>
        <a:off x="3828102" y="183365"/>
        <a:ext cx="3479282" cy="20875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0D5D9-B129-4CC6-A8D9-45C6A216632D}">
      <dsp:nvSpPr>
        <dsp:cNvPr id="0" name=""/>
        <dsp:cNvSpPr/>
      </dsp:nvSpPr>
      <dsp:spPr>
        <a:xfrm>
          <a:off x="0" y="891540"/>
          <a:ext cx="4408884" cy="164592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58B813-DDD7-4EEA-8628-C15D0DA4B400}">
      <dsp:nvSpPr>
        <dsp:cNvPr id="0" name=""/>
        <dsp:cNvSpPr/>
      </dsp:nvSpPr>
      <dsp:spPr>
        <a:xfrm>
          <a:off x="497890" y="1261872"/>
          <a:ext cx="905256" cy="9052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F82F0-6C24-4330-AA4C-252D57FD97C3}">
      <dsp:nvSpPr>
        <dsp:cNvPr id="0" name=""/>
        <dsp:cNvSpPr/>
      </dsp:nvSpPr>
      <dsp:spPr>
        <a:xfrm>
          <a:off x="1901037" y="891540"/>
          <a:ext cx="2507846" cy="164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93" tIns="174193" rIns="174193" bIns="17419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Loyalty has weak effect on productivity</a:t>
          </a:r>
        </a:p>
      </dsp:txBody>
      <dsp:txXfrm>
        <a:off x="1901037" y="891540"/>
        <a:ext cx="2507846" cy="1645920"/>
      </dsp:txXfrm>
    </dsp:sp>
    <dsp:sp modelId="{B58A5788-29DA-46F2-BD9F-1FC34BC1C4C2}">
      <dsp:nvSpPr>
        <dsp:cNvPr id="0" name=""/>
        <dsp:cNvSpPr/>
      </dsp:nvSpPr>
      <dsp:spPr>
        <a:xfrm>
          <a:off x="0" y="2948940"/>
          <a:ext cx="4408884" cy="164592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920F7F-06E7-4304-932E-A2041CDF657E}">
      <dsp:nvSpPr>
        <dsp:cNvPr id="0" name=""/>
        <dsp:cNvSpPr/>
      </dsp:nvSpPr>
      <dsp:spPr>
        <a:xfrm>
          <a:off x="497890" y="3319272"/>
          <a:ext cx="905256" cy="9052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56739-510B-4018-9358-0023D1C5F19B}">
      <dsp:nvSpPr>
        <dsp:cNvPr id="0" name=""/>
        <dsp:cNvSpPr/>
      </dsp:nvSpPr>
      <dsp:spPr>
        <a:xfrm>
          <a:off x="1901037" y="2948940"/>
          <a:ext cx="2507846" cy="164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93" tIns="174193" rIns="174193" bIns="17419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Teller transactions stronger operational driver</a:t>
          </a:r>
        </a:p>
      </dsp:txBody>
      <dsp:txXfrm>
        <a:off x="1901037" y="2948940"/>
        <a:ext cx="2507846" cy="16459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9AE505-CC45-490A-9EA4-F875565D9E93}">
      <dsp:nvSpPr>
        <dsp:cNvPr id="0" name=""/>
        <dsp:cNvSpPr/>
      </dsp:nvSpPr>
      <dsp:spPr>
        <a:xfrm>
          <a:off x="0" y="592752"/>
          <a:ext cx="6483936" cy="10943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B7880-D99F-4361-87A7-3176EFB738F8}">
      <dsp:nvSpPr>
        <dsp:cNvPr id="0" name=""/>
        <dsp:cNvSpPr/>
      </dsp:nvSpPr>
      <dsp:spPr>
        <a:xfrm>
          <a:off x="331029" y="838973"/>
          <a:ext cx="601872" cy="6018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524A41E-CD10-4E04-8460-3B3EE18ACDCD}">
      <dsp:nvSpPr>
        <dsp:cNvPr id="0" name=""/>
        <dsp:cNvSpPr/>
      </dsp:nvSpPr>
      <dsp:spPr>
        <a:xfrm>
          <a:off x="1263931" y="592752"/>
          <a:ext cx="5220004" cy="1094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815" tIns="115815" rIns="115815" bIns="1158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Metro branches significantly more productive</a:t>
          </a:r>
        </a:p>
      </dsp:txBody>
      <dsp:txXfrm>
        <a:off x="1263931" y="592752"/>
        <a:ext cx="5220004" cy="1094313"/>
      </dsp:txXfrm>
    </dsp:sp>
    <dsp:sp modelId="{0E059106-9D19-4AEA-A0B3-472419B9E7F6}">
      <dsp:nvSpPr>
        <dsp:cNvPr id="0" name=""/>
        <dsp:cNvSpPr/>
      </dsp:nvSpPr>
      <dsp:spPr>
        <a:xfrm>
          <a:off x="0" y="1960644"/>
          <a:ext cx="6483936" cy="10943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198DB-C566-4E34-9ABF-F9BA4E968020}">
      <dsp:nvSpPr>
        <dsp:cNvPr id="0" name=""/>
        <dsp:cNvSpPr/>
      </dsp:nvSpPr>
      <dsp:spPr>
        <a:xfrm>
          <a:off x="331029" y="2206864"/>
          <a:ext cx="601872" cy="6018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37C57E-3BDD-4BFA-8534-8BCF44456AF5}">
      <dsp:nvSpPr>
        <dsp:cNvPr id="0" name=""/>
        <dsp:cNvSpPr/>
      </dsp:nvSpPr>
      <dsp:spPr>
        <a:xfrm>
          <a:off x="1263931" y="1960644"/>
          <a:ext cx="5220004" cy="1094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815" tIns="115815" rIns="115815" bIns="1158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Customer experience scores similar</a:t>
          </a:r>
        </a:p>
      </dsp:txBody>
      <dsp:txXfrm>
        <a:off x="1263931" y="1960644"/>
        <a:ext cx="5220004" cy="109431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0B8E02-3AEE-4961-B18C-72815217E2AB}">
      <dsp:nvSpPr>
        <dsp:cNvPr id="0" name=""/>
        <dsp:cNvSpPr/>
      </dsp:nvSpPr>
      <dsp:spPr>
        <a:xfrm>
          <a:off x="0" y="669"/>
          <a:ext cx="4408884" cy="15671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0A2DFD-A08F-4346-BD12-2CA73B025FAB}">
      <dsp:nvSpPr>
        <dsp:cNvPr id="0" name=""/>
        <dsp:cNvSpPr/>
      </dsp:nvSpPr>
      <dsp:spPr>
        <a:xfrm>
          <a:off x="474065" y="353280"/>
          <a:ext cx="861938" cy="8619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B812D-CE9F-4832-BBE8-BE356A3CCCC0}">
      <dsp:nvSpPr>
        <dsp:cNvPr id="0" name=""/>
        <dsp:cNvSpPr/>
      </dsp:nvSpPr>
      <dsp:spPr>
        <a:xfrm>
          <a:off x="1810069" y="669"/>
          <a:ext cx="2598814" cy="1567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858" tIns="165858" rIns="165858" bIns="1658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Coherent internal climate</a:t>
          </a:r>
        </a:p>
      </dsp:txBody>
      <dsp:txXfrm>
        <a:off x="1810069" y="669"/>
        <a:ext cx="2598814" cy="1567160"/>
      </dsp:txXfrm>
    </dsp:sp>
    <dsp:sp modelId="{2FDAD2B3-FB9C-438D-8B4B-56C3554C6A60}">
      <dsp:nvSpPr>
        <dsp:cNvPr id="0" name=""/>
        <dsp:cNvSpPr/>
      </dsp:nvSpPr>
      <dsp:spPr>
        <a:xfrm>
          <a:off x="0" y="1959619"/>
          <a:ext cx="4408884" cy="15671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59373E-3E59-4A88-BD16-80B90DC01767}">
      <dsp:nvSpPr>
        <dsp:cNvPr id="0" name=""/>
        <dsp:cNvSpPr/>
      </dsp:nvSpPr>
      <dsp:spPr>
        <a:xfrm>
          <a:off x="474065" y="2312230"/>
          <a:ext cx="861938" cy="8619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81EA4-8926-4DCE-9748-5311B044844B}">
      <dsp:nvSpPr>
        <dsp:cNvPr id="0" name=""/>
        <dsp:cNvSpPr/>
      </dsp:nvSpPr>
      <dsp:spPr>
        <a:xfrm>
          <a:off x="1810069" y="1959619"/>
          <a:ext cx="2598814" cy="1567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858" tIns="165858" rIns="165858" bIns="1658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Service excellence drives loyalty</a:t>
          </a:r>
        </a:p>
      </dsp:txBody>
      <dsp:txXfrm>
        <a:off x="1810069" y="1959619"/>
        <a:ext cx="2598814" cy="1567160"/>
      </dsp:txXfrm>
    </dsp:sp>
    <dsp:sp modelId="{355D7F90-0B69-421D-81D7-2F885AEEBFE9}">
      <dsp:nvSpPr>
        <dsp:cNvPr id="0" name=""/>
        <dsp:cNvSpPr/>
      </dsp:nvSpPr>
      <dsp:spPr>
        <a:xfrm>
          <a:off x="0" y="3918570"/>
          <a:ext cx="4408884" cy="15671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262D2-8918-415A-BEFD-5381363F7406}">
      <dsp:nvSpPr>
        <dsp:cNvPr id="0" name=""/>
        <dsp:cNvSpPr/>
      </dsp:nvSpPr>
      <dsp:spPr>
        <a:xfrm>
          <a:off x="474065" y="4271181"/>
          <a:ext cx="861938" cy="8619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7035DC-4D9B-42C3-9155-4F624AD68E81}">
      <dsp:nvSpPr>
        <dsp:cNvPr id="0" name=""/>
        <dsp:cNvSpPr/>
      </dsp:nvSpPr>
      <dsp:spPr>
        <a:xfrm>
          <a:off x="1810069" y="3918570"/>
          <a:ext cx="2598814" cy="1567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858" tIns="165858" rIns="165858" bIns="1658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Productivity is driven by operations</a:t>
          </a:r>
        </a:p>
      </dsp:txBody>
      <dsp:txXfrm>
        <a:off x="1810069" y="3918570"/>
        <a:ext cx="2598814" cy="15671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2CC0A-7343-42CF-B37E-20134D2B4BCE}">
      <dsp:nvSpPr>
        <dsp:cNvPr id="0" name=""/>
        <dsp:cNvSpPr/>
      </dsp:nvSpPr>
      <dsp:spPr>
        <a:xfrm>
          <a:off x="542163" y="1458"/>
          <a:ext cx="2784491" cy="16706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Cluster 1: High performers</a:t>
          </a:r>
        </a:p>
      </dsp:txBody>
      <dsp:txXfrm>
        <a:off x="542163" y="1458"/>
        <a:ext cx="2784491" cy="1670694"/>
      </dsp:txXfrm>
    </dsp:sp>
    <dsp:sp modelId="{920B0A2D-621F-4A6B-8CB7-CF1E65CAA89E}">
      <dsp:nvSpPr>
        <dsp:cNvPr id="0" name=""/>
        <dsp:cNvSpPr/>
      </dsp:nvSpPr>
      <dsp:spPr>
        <a:xfrm>
          <a:off x="542163" y="1950602"/>
          <a:ext cx="2784491" cy="16706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Cluster 2: Moderate</a:t>
          </a:r>
        </a:p>
      </dsp:txBody>
      <dsp:txXfrm>
        <a:off x="542163" y="1950602"/>
        <a:ext cx="2784491" cy="1670694"/>
      </dsp:txXfrm>
    </dsp:sp>
    <dsp:sp modelId="{05A19E4A-36AD-4BF5-A73A-44E545501FF1}">
      <dsp:nvSpPr>
        <dsp:cNvPr id="0" name=""/>
        <dsp:cNvSpPr/>
      </dsp:nvSpPr>
      <dsp:spPr>
        <a:xfrm>
          <a:off x="542163" y="3899745"/>
          <a:ext cx="2784491" cy="16706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Cluster 3: Low performing (needs intervention)</a:t>
          </a:r>
        </a:p>
      </dsp:txBody>
      <dsp:txXfrm>
        <a:off x="542163" y="3899745"/>
        <a:ext cx="2784491" cy="1670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68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6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38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0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59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3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9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5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9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75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80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1211" y="717224"/>
            <a:ext cx="4613305" cy="2154370"/>
          </a:xfrm>
        </p:spPr>
        <p:txBody>
          <a:bodyPr anchor="b">
            <a:normAutofit/>
          </a:bodyPr>
          <a:lstStyle/>
          <a:p>
            <a:pPr algn="r"/>
            <a:r>
              <a:rPr lang="en-US" sz="3300">
                <a:solidFill>
                  <a:schemeClr val="bg1"/>
                </a:solidFill>
                <a:latin typeface="Walbaum Display"/>
              </a:rPr>
              <a:t>NCB Analytics Project</a:t>
            </a:r>
          </a:p>
          <a:p>
            <a:pPr algn="r"/>
            <a:r>
              <a:rPr lang="en-US" sz="3300">
                <a:solidFill>
                  <a:schemeClr val="bg1"/>
                </a:solidFill>
                <a:latin typeface="Times New Roman"/>
                <a:cs typeface="Times New Roman"/>
              </a:rPr>
              <a:t>Employee</a:t>
            </a:r>
            <a:r>
              <a:rPr lang="en-US" sz="3300">
                <a:solidFill>
                  <a:schemeClr val="bg1"/>
                </a:solidFill>
                <a:latin typeface="Walbaum Display"/>
              </a:rPr>
              <a:t> Engagement, Customer Satisfaction &amp; Branch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41532" y="3553112"/>
            <a:ext cx="3511006" cy="1118565"/>
          </a:xfrm>
        </p:spPr>
        <p:txBody>
          <a:bodyPr vert="horz" lIns="91440" tIns="45720" rIns="91440" bIns="45720" rtlCol="0" anchor="b">
            <a:normAutofit fontScale="92500"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/>
                <a:cs typeface="Times New Roman"/>
              </a:rPr>
              <a:t>Presented by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: Jitender Singh ,</a:t>
            </a:r>
            <a:endParaRPr lang="en-US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Srija Sama , Sanjani Ksheerasagar</a:t>
            </a:r>
            <a:endParaRPr lang="en-US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4C8A451-B6C1-4CB1-95FC-2DBDEC61F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068597"/>
            <a:ext cx="561451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8439DD6-1CCF-48C6-AF10-B70187930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70455" y="4859086"/>
            <a:ext cx="437354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A9D2268A-D939-4E78-91B6-6C7E46406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2F48835-29A4-F36C-D4D1-4C1812CDBE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5672" r="5327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853673"/>
            <a:ext cx="3017520" cy="5004794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chemeClr val="bg1"/>
                </a:solidFill>
                <a:latin typeface="Walbaum Display"/>
              </a:rPr>
              <a:t>Agenda</a:t>
            </a:r>
          </a:p>
        </p:txBody>
      </p:sp>
      <p:sp>
        <p:nvSpPr>
          <p:cNvPr id="75" name="sketch box">
            <a:extLst>
              <a:ext uri="{FF2B5EF4-FFF2-40B4-BE49-F238E27FC236}">
                <a16:creationId xmlns:a16="http://schemas.microsoft.com/office/drawing/2014/main" id="{E0C43A58-225D-452D-8185-0D89D1EE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9190" y="493776"/>
            <a:ext cx="4672203" cy="5722227"/>
          </a:xfrm>
          <a:custGeom>
            <a:avLst/>
            <a:gdLst>
              <a:gd name="csX0" fmla="*/ 0 w 4672203"/>
              <a:gd name="csY0" fmla="*/ 0 h 5722227"/>
              <a:gd name="csX1" fmla="*/ 620736 w 4672203"/>
              <a:gd name="csY1" fmla="*/ 0 h 5722227"/>
              <a:gd name="csX2" fmla="*/ 1148027 w 4672203"/>
              <a:gd name="csY2" fmla="*/ 0 h 5722227"/>
              <a:gd name="csX3" fmla="*/ 1908929 w 4672203"/>
              <a:gd name="csY3" fmla="*/ 0 h 5722227"/>
              <a:gd name="csX4" fmla="*/ 2529664 w 4672203"/>
              <a:gd name="csY4" fmla="*/ 0 h 5722227"/>
              <a:gd name="csX5" fmla="*/ 3150400 w 4672203"/>
              <a:gd name="csY5" fmla="*/ 0 h 5722227"/>
              <a:gd name="csX6" fmla="*/ 3911301 w 4672203"/>
              <a:gd name="csY6" fmla="*/ 0 h 5722227"/>
              <a:gd name="csX7" fmla="*/ 4672203 w 4672203"/>
              <a:gd name="csY7" fmla="*/ 0 h 5722227"/>
              <a:gd name="csX8" fmla="*/ 4672203 w 4672203"/>
              <a:gd name="csY8" fmla="*/ 750248 h 5722227"/>
              <a:gd name="csX9" fmla="*/ 4672203 w 4672203"/>
              <a:gd name="csY9" fmla="*/ 1271606 h 5722227"/>
              <a:gd name="csX10" fmla="*/ 4672203 w 4672203"/>
              <a:gd name="csY10" fmla="*/ 1792964 h 5722227"/>
              <a:gd name="csX11" fmla="*/ 4672203 w 4672203"/>
              <a:gd name="csY11" fmla="*/ 2428767 h 5722227"/>
              <a:gd name="csX12" fmla="*/ 4672203 w 4672203"/>
              <a:gd name="csY12" fmla="*/ 3121793 h 5722227"/>
              <a:gd name="csX13" fmla="*/ 4672203 w 4672203"/>
              <a:gd name="csY13" fmla="*/ 3585929 h 5722227"/>
              <a:gd name="csX14" fmla="*/ 4672203 w 4672203"/>
              <a:gd name="csY14" fmla="*/ 4221732 h 5722227"/>
              <a:gd name="csX15" fmla="*/ 4672203 w 4672203"/>
              <a:gd name="csY15" fmla="*/ 4857535 h 5722227"/>
              <a:gd name="csX16" fmla="*/ 4672203 w 4672203"/>
              <a:gd name="csY16" fmla="*/ 5722227 h 5722227"/>
              <a:gd name="csX17" fmla="*/ 3958023 w 4672203"/>
              <a:gd name="csY17" fmla="*/ 5722227 h 5722227"/>
              <a:gd name="csX18" fmla="*/ 3290566 w 4672203"/>
              <a:gd name="csY18" fmla="*/ 5722227 h 5722227"/>
              <a:gd name="csX19" fmla="*/ 2763274 w 4672203"/>
              <a:gd name="csY19" fmla="*/ 5722227 h 5722227"/>
              <a:gd name="csX20" fmla="*/ 2189261 w 4672203"/>
              <a:gd name="csY20" fmla="*/ 5722227 h 5722227"/>
              <a:gd name="csX21" fmla="*/ 1428359 w 4672203"/>
              <a:gd name="csY21" fmla="*/ 5722227 h 5722227"/>
              <a:gd name="csX22" fmla="*/ 760902 w 4672203"/>
              <a:gd name="csY22" fmla="*/ 5722227 h 5722227"/>
              <a:gd name="csX23" fmla="*/ 0 w 4672203"/>
              <a:gd name="csY23" fmla="*/ 5722227 h 5722227"/>
              <a:gd name="csX24" fmla="*/ 0 w 4672203"/>
              <a:gd name="csY24" fmla="*/ 5086424 h 5722227"/>
              <a:gd name="csX25" fmla="*/ 0 w 4672203"/>
              <a:gd name="csY25" fmla="*/ 4622288 h 5722227"/>
              <a:gd name="csX26" fmla="*/ 0 w 4672203"/>
              <a:gd name="csY26" fmla="*/ 4158152 h 5722227"/>
              <a:gd name="csX27" fmla="*/ 0 w 4672203"/>
              <a:gd name="csY27" fmla="*/ 3465126 h 5722227"/>
              <a:gd name="csX28" fmla="*/ 0 w 4672203"/>
              <a:gd name="csY28" fmla="*/ 2943768 h 5722227"/>
              <a:gd name="csX29" fmla="*/ 0 w 4672203"/>
              <a:gd name="csY29" fmla="*/ 2193520 h 5722227"/>
              <a:gd name="csX30" fmla="*/ 0 w 4672203"/>
              <a:gd name="csY30" fmla="*/ 1614940 h 5722227"/>
              <a:gd name="csX31" fmla="*/ 0 w 4672203"/>
              <a:gd name="csY31" fmla="*/ 1150803 h 5722227"/>
              <a:gd name="csX32" fmla="*/ 0 w 4672203"/>
              <a:gd name="csY32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4672203" h="5722227" extrusionOk="0">
                <a:moveTo>
                  <a:pt x="0" y="0"/>
                </a:moveTo>
                <a:cubicBezTo>
                  <a:pt x="186732" y="-3296"/>
                  <a:pt x="388938" y="-25607"/>
                  <a:pt x="620736" y="0"/>
                </a:cubicBezTo>
                <a:cubicBezTo>
                  <a:pt x="852534" y="25607"/>
                  <a:pt x="965862" y="-20204"/>
                  <a:pt x="1148027" y="0"/>
                </a:cubicBezTo>
                <a:cubicBezTo>
                  <a:pt x="1330192" y="20204"/>
                  <a:pt x="1682800" y="5923"/>
                  <a:pt x="1908929" y="0"/>
                </a:cubicBezTo>
                <a:cubicBezTo>
                  <a:pt x="2135058" y="-5923"/>
                  <a:pt x="2320754" y="-17866"/>
                  <a:pt x="2529664" y="0"/>
                </a:cubicBezTo>
                <a:cubicBezTo>
                  <a:pt x="2738574" y="17866"/>
                  <a:pt x="2977201" y="15678"/>
                  <a:pt x="3150400" y="0"/>
                </a:cubicBezTo>
                <a:cubicBezTo>
                  <a:pt x="3323599" y="-15678"/>
                  <a:pt x="3752275" y="26639"/>
                  <a:pt x="3911301" y="0"/>
                </a:cubicBezTo>
                <a:cubicBezTo>
                  <a:pt x="4070327" y="-26639"/>
                  <a:pt x="4307234" y="-33315"/>
                  <a:pt x="4672203" y="0"/>
                </a:cubicBezTo>
                <a:cubicBezTo>
                  <a:pt x="4643785" y="151106"/>
                  <a:pt x="4649014" y="542847"/>
                  <a:pt x="4672203" y="750248"/>
                </a:cubicBezTo>
                <a:cubicBezTo>
                  <a:pt x="4695392" y="957649"/>
                  <a:pt x="4667099" y="1013278"/>
                  <a:pt x="4672203" y="1271606"/>
                </a:cubicBezTo>
                <a:cubicBezTo>
                  <a:pt x="4677307" y="1529934"/>
                  <a:pt x="4696383" y="1678874"/>
                  <a:pt x="4672203" y="1792964"/>
                </a:cubicBezTo>
                <a:cubicBezTo>
                  <a:pt x="4648023" y="1907054"/>
                  <a:pt x="4672783" y="2249609"/>
                  <a:pt x="4672203" y="2428767"/>
                </a:cubicBezTo>
                <a:cubicBezTo>
                  <a:pt x="4671623" y="2607925"/>
                  <a:pt x="4665079" y="2952359"/>
                  <a:pt x="4672203" y="3121793"/>
                </a:cubicBezTo>
                <a:cubicBezTo>
                  <a:pt x="4679327" y="3291227"/>
                  <a:pt x="4662966" y="3392984"/>
                  <a:pt x="4672203" y="3585929"/>
                </a:cubicBezTo>
                <a:cubicBezTo>
                  <a:pt x="4681440" y="3778874"/>
                  <a:pt x="4663528" y="4083079"/>
                  <a:pt x="4672203" y="4221732"/>
                </a:cubicBezTo>
                <a:cubicBezTo>
                  <a:pt x="4680878" y="4360385"/>
                  <a:pt x="4699354" y="4659120"/>
                  <a:pt x="4672203" y="4857535"/>
                </a:cubicBezTo>
                <a:cubicBezTo>
                  <a:pt x="4645052" y="5055950"/>
                  <a:pt x="4688563" y="5364799"/>
                  <a:pt x="4672203" y="5722227"/>
                </a:cubicBezTo>
                <a:cubicBezTo>
                  <a:pt x="4416209" y="5713249"/>
                  <a:pt x="4307868" y="5739562"/>
                  <a:pt x="3958023" y="5722227"/>
                </a:cubicBezTo>
                <a:cubicBezTo>
                  <a:pt x="3608178" y="5704892"/>
                  <a:pt x="3576363" y="5732699"/>
                  <a:pt x="3290566" y="5722227"/>
                </a:cubicBezTo>
                <a:cubicBezTo>
                  <a:pt x="3004769" y="5711755"/>
                  <a:pt x="2964899" y="5726994"/>
                  <a:pt x="2763274" y="5722227"/>
                </a:cubicBezTo>
                <a:cubicBezTo>
                  <a:pt x="2561649" y="5717460"/>
                  <a:pt x="2380243" y="5710789"/>
                  <a:pt x="2189261" y="5722227"/>
                </a:cubicBezTo>
                <a:cubicBezTo>
                  <a:pt x="1998279" y="5733665"/>
                  <a:pt x="1781759" y="5759437"/>
                  <a:pt x="1428359" y="5722227"/>
                </a:cubicBezTo>
                <a:cubicBezTo>
                  <a:pt x="1074959" y="5685017"/>
                  <a:pt x="995764" y="5734876"/>
                  <a:pt x="760902" y="5722227"/>
                </a:cubicBezTo>
                <a:cubicBezTo>
                  <a:pt x="526040" y="5709578"/>
                  <a:pt x="366976" y="5698082"/>
                  <a:pt x="0" y="5722227"/>
                </a:cubicBezTo>
                <a:cubicBezTo>
                  <a:pt x="13253" y="5532714"/>
                  <a:pt x="-27010" y="5388579"/>
                  <a:pt x="0" y="5086424"/>
                </a:cubicBezTo>
                <a:cubicBezTo>
                  <a:pt x="27010" y="4784269"/>
                  <a:pt x="1316" y="4790856"/>
                  <a:pt x="0" y="4622288"/>
                </a:cubicBezTo>
                <a:cubicBezTo>
                  <a:pt x="-1316" y="4453720"/>
                  <a:pt x="-17889" y="4329685"/>
                  <a:pt x="0" y="4158152"/>
                </a:cubicBezTo>
                <a:cubicBezTo>
                  <a:pt x="17889" y="3986619"/>
                  <a:pt x="29957" y="3697891"/>
                  <a:pt x="0" y="3465126"/>
                </a:cubicBezTo>
                <a:cubicBezTo>
                  <a:pt x="-29957" y="3232361"/>
                  <a:pt x="-11215" y="3087732"/>
                  <a:pt x="0" y="2943768"/>
                </a:cubicBezTo>
                <a:cubicBezTo>
                  <a:pt x="11215" y="2799804"/>
                  <a:pt x="20310" y="2436665"/>
                  <a:pt x="0" y="2193520"/>
                </a:cubicBezTo>
                <a:cubicBezTo>
                  <a:pt x="-20310" y="1950375"/>
                  <a:pt x="1394" y="1814798"/>
                  <a:pt x="0" y="1614940"/>
                </a:cubicBezTo>
                <a:cubicBezTo>
                  <a:pt x="-1394" y="1415082"/>
                  <a:pt x="17016" y="1343257"/>
                  <a:pt x="0" y="1150803"/>
                </a:cubicBezTo>
                <a:cubicBezTo>
                  <a:pt x="-17016" y="958349"/>
                  <a:pt x="1173" y="374711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0" name="Content Placeholder 2">
            <a:extLst>
              <a:ext uri="{FF2B5EF4-FFF2-40B4-BE49-F238E27FC236}">
                <a16:creationId xmlns:a16="http://schemas.microsoft.com/office/drawing/2014/main" id="{5EB412FC-E377-896C-1AA2-3021BAAA9B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9868166"/>
              </p:ext>
            </p:extLst>
          </p:nvPr>
        </p:nvGraphicFramePr>
        <p:xfrm>
          <a:off x="4199312" y="853673"/>
          <a:ext cx="4286250" cy="5111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841" y="669925"/>
            <a:ext cx="3600450" cy="1325563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Walbaum Display"/>
              </a:rPr>
              <a:t>Introduction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222841" y="2026340"/>
            <a:ext cx="38265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819819" y="2213530"/>
            <a:ext cx="3421704" cy="3711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chemeClr val="bg1"/>
                </a:solidFill>
              </a:rPr>
              <a:t>Purpose of Study:</a:t>
            </a:r>
          </a:p>
          <a:p>
            <a:r>
              <a:rPr lang="en-US" sz="1700">
                <a:solidFill>
                  <a:schemeClr val="bg1"/>
                </a:solidFill>
              </a:rPr>
              <a:t> Explore connection between employee engagement → customer service → performance</a:t>
            </a:r>
          </a:p>
          <a:p>
            <a:r>
              <a:rPr lang="en-US" sz="1700">
                <a:solidFill>
                  <a:schemeClr val="bg1"/>
                </a:solidFill>
              </a:rPr>
              <a:t>Identify drivers of satisfaction and loyalty</a:t>
            </a:r>
          </a:p>
          <a:p>
            <a:r>
              <a:rPr lang="en-US" sz="1700">
                <a:solidFill>
                  <a:schemeClr val="bg1"/>
                </a:solidFill>
              </a:rPr>
              <a:t>Support NCB’s evidence-based decision-making</a:t>
            </a:r>
          </a:p>
          <a:p>
            <a:pPr marL="0" indent="0">
              <a:buNone/>
            </a:pPr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841" y="669925"/>
            <a:ext cx="3600450" cy="1325563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Walbaum Display"/>
              </a:rPr>
              <a:t>Data Overview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222841" y="2026340"/>
            <a:ext cx="38265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819" y="2213530"/>
            <a:ext cx="3421704" cy="3711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chemeClr val="bg1"/>
                </a:solidFill>
              </a:rPr>
              <a:t>Datasets Used:</a:t>
            </a:r>
          </a:p>
          <a:p>
            <a:pPr marL="0" indent="0">
              <a:buNone/>
            </a:pPr>
            <a:r>
              <a:rPr lang="en-US" sz="1700">
                <a:solidFill>
                  <a:schemeClr val="bg1"/>
                </a:solidFill>
              </a:rPr>
              <a:t>• Employee survey (2,200 responses)</a:t>
            </a:r>
          </a:p>
          <a:p>
            <a:pPr marL="0" indent="0">
              <a:buNone/>
            </a:pPr>
            <a:r>
              <a:rPr lang="en-US" sz="1700">
                <a:solidFill>
                  <a:schemeClr val="bg1"/>
                </a:solidFill>
              </a:rPr>
              <a:t>• Customer satisfaction (14,000 responses)</a:t>
            </a:r>
          </a:p>
          <a:p>
            <a:pPr marL="0" indent="0">
              <a:buNone/>
            </a:pPr>
            <a:r>
              <a:rPr lang="en-US" sz="1700">
                <a:solidFill>
                  <a:schemeClr val="bg1"/>
                </a:solidFill>
              </a:rPr>
              <a:t>• Branch performance (128 branches)</a:t>
            </a:r>
          </a:p>
          <a:p>
            <a:pPr marL="0" indent="0">
              <a:buNone/>
            </a:pPr>
            <a:r>
              <a:rPr lang="en-US" sz="1700">
                <a:solidFill>
                  <a:schemeClr val="bg1"/>
                </a:solidFill>
              </a:rPr>
              <a:t>• 21 variables after merging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chemeClr val="bg1"/>
                </a:solidFill>
                <a:latin typeface="Walbaum Display"/>
              </a:rPr>
              <a:t>Methods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681544"/>
            <a:ext cx="7269480" cy="18288"/>
          </a:xfrm>
          <a:custGeom>
            <a:avLst/>
            <a:gdLst>
              <a:gd name="csX0" fmla="*/ 0 w 7269480"/>
              <a:gd name="csY0" fmla="*/ 0 h 18288"/>
              <a:gd name="csX1" fmla="*/ 733557 w 7269480"/>
              <a:gd name="csY1" fmla="*/ 0 h 18288"/>
              <a:gd name="csX2" fmla="*/ 1249029 w 7269480"/>
              <a:gd name="csY2" fmla="*/ 0 h 18288"/>
              <a:gd name="csX3" fmla="*/ 1764501 w 7269480"/>
              <a:gd name="csY3" fmla="*/ 0 h 18288"/>
              <a:gd name="csX4" fmla="*/ 2207278 w 7269480"/>
              <a:gd name="csY4" fmla="*/ 0 h 18288"/>
              <a:gd name="csX5" fmla="*/ 3013530 w 7269480"/>
              <a:gd name="csY5" fmla="*/ 0 h 18288"/>
              <a:gd name="csX6" fmla="*/ 3819781 w 7269480"/>
              <a:gd name="csY6" fmla="*/ 0 h 18288"/>
              <a:gd name="csX7" fmla="*/ 4626033 w 7269480"/>
              <a:gd name="csY7" fmla="*/ 0 h 18288"/>
              <a:gd name="csX8" fmla="*/ 5068810 w 7269480"/>
              <a:gd name="csY8" fmla="*/ 0 h 18288"/>
              <a:gd name="csX9" fmla="*/ 5656977 w 7269480"/>
              <a:gd name="csY9" fmla="*/ 0 h 18288"/>
              <a:gd name="csX10" fmla="*/ 6099755 w 7269480"/>
              <a:gd name="csY10" fmla="*/ 0 h 18288"/>
              <a:gd name="csX11" fmla="*/ 7269480 w 7269480"/>
              <a:gd name="csY11" fmla="*/ 0 h 18288"/>
              <a:gd name="csX12" fmla="*/ 7269480 w 7269480"/>
              <a:gd name="csY12" fmla="*/ 18288 h 18288"/>
              <a:gd name="csX13" fmla="*/ 6463229 w 7269480"/>
              <a:gd name="csY13" fmla="*/ 18288 h 18288"/>
              <a:gd name="csX14" fmla="*/ 6020451 w 7269480"/>
              <a:gd name="csY14" fmla="*/ 18288 h 18288"/>
              <a:gd name="csX15" fmla="*/ 5504979 w 7269480"/>
              <a:gd name="csY15" fmla="*/ 18288 h 18288"/>
              <a:gd name="csX16" fmla="*/ 4989507 w 7269480"/>
              <a:gd name="csY16" fmla="*/ 18288 h 18288"/>
              <a:gd name="csX17" fmla="*/ 4474035 w 7269480"/>
              <a:gd name="csY17" fmla="*/ 18288 h 18288"/>
              <a:gd name="csX18" fmla="*/ 3958562 w 7269480"/>
              <a:gd name="csY18" fmla="*/ 18288 h 18288"/>
              <a:gd name="csX19" fmla="*/ 3443090 w 7269480"/>
              <a:gd name="csY19" fmla="*/ 18288 h 18288"/>
              <a:gd name="csX20" fmla="*/ 2709533 w 7269480"/>
              <a:gd name="csY20" fmla="*/ 18288 h 18288"/>
              <a:gd name="csX21" fmla="*/ 2194061 w 7269480"/>
              <a:gd name="csY21" fmla="*/ 18288 h 18288"/>
              <a:gd name="csX22" fmla="*/ 1751284 w 7269480"/>
              <a:gd name="csY22" fmla="*/ 18288 h 18288"/>
              <a:gd name="csX23" fmla="*/ 1163117 w 7269480"/>
              <a:gd name="csY23" fmla="*/ 18288 h 18288"/>
              <a:gd name="csX24" fmla="*/ 0 w 7269480"/>
              <a:gd name="csY24" fmla="*/ 18288 h 18288"/>
              <a:gd name="csX25" fmla="*/ 0 w 7269480"/>
              <a:gd name="csY2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7269480" h="18288" fill="none" extrusionOk="0">
                <a:moveTo>
                  <a:pt x="0" y="0"/>
                </a:moveTo>
                <a:cubicBezTo>
                  <a:pt x="252138" y="-34015"/>
                  <a:pt x="430162" y="27723"/>
                  <a:pt x="733557" y="0"/>
                </a:cubicBezTo>
                <a:cubicBezTo>
                  <a:pt x="1036952" y="-27723"/>
                  <a:pt x="1017222" y="-19248"/>
                  <a:pt x="1249029" y="0"/>
                </a:cubicBezTo>
                <a:cubicBezTo>
                  <a:pt x="1480836" y="19248"/>
                  <a:pt x="1642747" y="25626"/>
                  <a:pt x="1764501" y="0"/>
                </a:cubicBezTo>
                <a:cubicBezTo>
                  <a:pt x="1886255" y="-25626"/>
                  <a:pt x="2079425" y="-7842"/>
                  <a:pt x="2207278" y="0"/>
                </a:cubicBezTo>
                <a:cubicBezTo>
                  <a:pt x="2335131" y="7842"/>
                  <a:pt x="2681832" y="37713"/>
                  <a:pt x="3013530" y="0"/>
                </a:cubicBezTo>
                <a:cubicBezTo>
                  <a:pt x="3345228" y="-37713"/>
                  <a:pt x="3481883" y="38779"/>
                  <a:pt x="3819781" y="0"/>
                </a:cubicBezTo>
                <a:cubicBezTo>
                  <a:pt x="4157679" y="-38779"/>
                  <a:pt x="4319607" y="-32632"/>
                  <a:pt x="4626033" y="0"/>
                </a:cubicBezTo>
                <a:cubicBezTo>
                  <a:pt x="4932459" y="32632"/>
                  <a:pt x="4944182" y="17568"/>
                  <a:pt x="5068810" y="0"/>
                </a:cubicBezTo>
                <a:cubicBezTo>
                  <a:pt x="5193438" y="-17568"/>
                  <a:pt x="5378174" y="-16107"/>
                  <a:pt x="5656977" y="0"/>
                </a:cubicBezTo>
                <a:cubicBezTo>
                  <a:pt x="5935780" y="16107"/>
                  <a:pt x="5910190" y="-15070"/>
                  <a:pt x="6099755" y="0"/>
                </a:cubicBezTo>
                <a:cubicBezTo>
                  <a:pt x="6289320" y="15070"/>
                  <a:pt x="6900837" y="-32203"/>
                  <a:pt x="7269480" y="0"/>
                </a:cubicBezTo>
                <a:cubicBezTo>
                  <a:pt x="7268614" y="7958"/>
                  <a:pt x="7270034" y="12943"/>
                  <a:pt x="7269480" y="18288"/>
                </a:cubicBezTo>
                <a:cubicBezTo>
                  <a:pt x="7078692" y="32307"/>
                  <a:pt x="6750249" y="10617"/>
                  <a:pt x="6463229" y="18288"/>
                </a:cubicBezTo>
                <a:cubicBezTo>
                  <a:pt x="6176209" y="25959"/>
                  <a:pt x="6203666" y="39135"/>
                  <a:pt x="6020451" y="18288"/>
                </a:cubicBezTo>
                <a:cubicBezTo>
                  <a:pt x="5837236" y="-2559"/>
                  <a:pt x="5688034" y="-3388"/>
                  <a:pt x="5504979" y="18288"/>
                </a:cubicBezTo>
                <a:cubicBezTo>
                  <a:pt x="5321924" y="39964"/>
                  <a:pt x="5191313" y="7061"/>
                  <a:pt x="4989507" y="18288"/>
                </a:cubicBezTo>
                <a:cubicBezTo>
                  <a:pt x="4787701" y="29515"/>
                  <a:pt x="4612238" y="34989"/>
                  <a:pt x="4474035" y="18288"/>
                </a:cubicBezTo>
                <a:cubicBezTo>
                  <a:pt x="4335832" y="1587"/>
                  <a:pt x="4094545" y="27267"/>
                  <a:pt x="3958562" y="18288"/>
                </a:cubicBezTo>
                <a:cubicBezTo>
                  <a:pt x="3822579" y="9309"/>
                  <a:pt x="3646287" y="-1530"/>
                  <a:pt x="3443090" y="18288"/>
                </a:cubicBezTo>
                <a:cubicBezTo>
                  <a:pt x="3239893" y="38106"/>
                  <a:pt x="3075699" y="9041"/>
                  <a:pt x="2709533" y="18288"/>
                </a:cubicBezTo>
                <a:cubicBezTo>
                  <a:pt x="2343367" y="27535"/>
                  <a:pt x="2428918" y="31018"/>
                  <a:pt x="2194061" y="18288"/>
                </a:cubicBezTo>
                <a:cubicBezTo>
                  <a:pt x="1959204" y="5558"/>
                  <a:pt x="1872298" y="17875"/>
                  <a:pt x="1751284" y="18288"/>
                </a:cubicBezTo>
                <a:cubicBezTo>
                  <a:pt x="1630270" y="18701"/>
                  <a:pt x="1443391" y="30083"/>
                  <a:pt x="1163117" y="18288"/>
                </a:cubicBezTo>
                <a:cubicBezTo>
                  <a:pt x="882843" y="6493"/>
                  <a:pt x="581151" y="4375"/>
                  <a:pt x="0" y="18288"/>
                </a:cubicBezTo>
                <a:cubicBezTo>
                  <a:pt x="493" y="10773"/>
                  <a:pt x="610" y="7338"/>
                  <a:pt x="0" y="0"/>
                </a:cubicBezTo>
                <a:close/>
              </a:path>
              <a:path w="7269480" h="18288" stroke="0" extrusionOk="0">
                <a:moveTo>
                  <a:pt x="0" y="0"/>
                </a:moveTo>
                <a:cubicBezTo>
                  <a:pt x="108514" y="-13627"/>
                  <a:pt x="358377" y="-21600"/>
                  <a:pt x="515472" y="0"/>
                </a:cubicBezTo>
                <a:cubicBezTo>
                  <a:pt x="672567" y="21600"/>
                  <a:pt x="740741" y="1149"/>
                  <a:pt x="958250" y="0"/>
                </a:cubicBezTo>
                <a:cubicBezTo>
                  <a:pt x="1175759" y="-1149"/>
                  <a:pt x="1323521" y="-14908"/>
                  <a:pt x="1473722" y="0"/>
                </a:cubicBezTo>
                <a:cubicBezTo>
                  <a:pt x="1623923" y="14908"/>
                  <a:pt x="1999682" y="13812"/>
                  <a:pt x="2134584" y="0"/>
                </a:cubicBezTo>
                <a:cubicBezTo>
                  <a:pt x="2269486" y="-13812"/>
                  <a:pt x="2558748" y="7617"/>
                  <a:pt x="2868140" y="0"/>
                </a:cubicBezTo>
                <a:cubicBezTo>
                  <a:pt x="3177532" y="-7617"/>
                  <a:pt x="3467796" y="3656"/>
                  <a:pt x="3674392" y="0"/>
                </a:cubicBezTo>
                <a:cubicBezTo>
                  <a:pt x="3880988" y="-3656"/>
                  <a:pt x="4101054" y="-15702"/>
                  <a:pt x="4480643" y="0"/>
                </a:cubicBezTo>
                <a:cubicBezTo>
                  <a:pt x="4860232" y="15702"/>
                  <a:pt x="4906779" y="-6670"/>
                  <a:pt x="5068810" y="0"/>
                </a:cubicBezTo>
                <a:cubicBezTo>
                  <a:pt x="5230841" y="6670"/>
                  <a:pt x="5495019" y="-21055"/>
                  <a:pt x="5802367" y="0"/>
                </a:cubicBezTo>
                <a:cubicBezTo>
                  <a:pt x="6109715" y="21055"/>
                  <a:pt x="6248383" y="9802"/>
                  <a:pt x="6463229" y="0"/>
                </a:cubicBezTo>
                <a:cubicBezTo>
                  <a:pt x="6678075" y="-9802"/>
                  <a:pt x="7063233" y="9440"/>
                  <a:pt x="7269480" y="0"/>
                </a:cubicBezTo>
                <a:cubicBezTo>
                  <a:pt x="7268794" y="7700"/>
                  <a:pt x="7268830" y="13442"/>
                  <a:pt x="7269480" y="18288"/>
                </a:cubicBezTo>
                <a:cubicBezTo>
                  <a:pt x="6950939" y="47121"/>
                  <a:pt x="6756956" y="13096"/>
                  <a:pt x="6608618" y="18288"/>
                </a:cubicBezTo>
                <a:cubicBezTo>
                  <a:pt x="6460280" y="23480"/>
                  <a:pt x="6230655" y="-1538"/>
                  <a:pt x="6020451" y="18288"/>
                </a:cubicBezTo>
                <a:cubicBezTo>
                  <a:pt x="5810247" y="38114"/>
                  <a:pt x="5619850" y="-10448"/>
                  <a:pt x="5432284" y="18288"/>
                </a:cubicBezTo>
                <a:cubicBezTo>
                  <a:pt x="5244718" y="47024"/>
                  <a:pt x="4984575" y="27926"/>
                  <a:pt x="4626033" y="18288"/>
                </a:cubicBezTo>
                <a:cubicBezTo>
                  <a:pt x="4267491" y="8650"/>
                  <a:pt x="4240108" y="40106"/>
                  <a:pt x="4110561" y="18288"/>
                </a:cubicBezTo>
                <a:cubicBezTo>
                  <a:pt x="3981014" y="-3530"/>
                  <a:pt x="3580293" y="41911"/>
                  <a:pt x="3377004" y="18288"/>
                </a:cubicBezTo>
                <a:cubicBezTo>
                  <a:pt x="3173715" y="-5335"/>
                  <a:pt x="3043404" y="10731"/>
                  <a:pt x="2934226" y="18288"/>
                </a:cubicBezTo>
                <a:cubicBezTo>
                  <a:pt x="2825048" y="25845"/>
                  <a:pt x="2427024" y="14732"/>
                  <a:pt x="2273365" y="18288"/>
                </a:cubicBezTo>
                <a:cubicBezTo>
                  <a:pt x="2119706" y="21844"/>
                  <a:pt x="1948744" y="43432"/>
                  <a:pt x="1757892" y="18288"/>
                </a:cubicBezTo>
                <a:cubicBezTo>
                  <a:pt x="1567040" y="-6856"/>
                  <a:pt x="1185958" y="10333"/>
                  <a:pt x="951641" y="18288"/>
                </a:cubicBezTo>
                <a:cubicBezTo>
                  <a:pt x="717324" y="26243"/>
                  <a:pt x="448990" y="-7235"/>
                  <a:pt x="0" y="18288"/>
                </a:cubicBezTo>
                <a:cubicBezTo>
                  <a:pt x="-4" y="9861"/>
                  <a:pt x="135" y="6082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8EEA846-B464-2FDB-6399-BE8C5DBC4E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929376"/>
              </p:ext>
            </p:extLst>
          </p:nvPr>
        </p:nvGraphicFramePr>
        <p:xfrm>
          <a:off x="628650" y="2004446"/>
          <a:ext cx="7886700" cy="4176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381" y="365125"/>
            <a:ext cx="8656595" cy="134332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  <a:latin typeface="Times New Roman"/>
                <a:cs typeface="Times New Roman"/>
              </a:rPr>
              <a:t>Key Finding 1 – Employee → Customer Service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C4DBAA-FF9D-081C-02B1-49EBE080E4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911670"/>
              </p:ext>
            </p:extLst>
          </p:nvPr>
        </p:nvGraphicFramePr>
        <p:xfrm>
          <a:off x="498361" y="1547278"/>
          <a:ext cx="8301259" cy="443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28" y="1915277"/>
            <a:ext cx="3540393" cy="18427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bg1"/>
                </a:solidFill>
                <a:latin typeface="Times New Roman"/>
                <a:cs typeface="Times New Roman"/>
              </a:rPr>
              <a:t>Employee Engagement vs Service Quality</a:t>
            </a:r>
          </a:p>
        </p:txBody>
      </p:sp>
      <p:pic>
        <p:nvPicPr>
          <p:cNvPr id="4" name="Picture 3" descr="A close-up of a number of numbers&#10;&#10;AI-generated content may be incorrect.">
            <a:extLst>
              <a:ext uri="{FF2B5EF4-FFF2-40B4-BE49-F238E27FC236}">
                <a16:creationId xmlns:a16="http://schemas.microsoft.com/office/drawing/2014/main" id="{A6CDB8C4-CEA0-8092-7716-C1E8495FEA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59" t="-2845" r="15401" b="27951"/>
          <a:stretch>
            <a:fillRect/>
          </a:stretch>
        </p:blipFill>
        <p:spPr>
          <a:xfrm>
            <a:off x="296011" y="225361"/>
            <a:ext cx="4423906" cy="1851981"/>
          </a:xfrm>
          <a:prstGeom prst="rect">
            <a:avLst/>
          </a:prstGeom>
        </p:spPr>
      </p:pic>
      <p:pic>
        <p:nvPicPr>
          <p:cNvPr id="8" name="Picture 7" descr="A graph with blue dots and a red line">
            <a:extLst>
              <a:ext uri="{FF2B5EF4-FFF2-40B4-BE49-F238E27FC236}">
                <a16:creationId xmlns:a16="http://schemas.microsoft.com/office/drawing/2014/main" id="{621C5CC2-E7F2-EAA7-244A-BE52AB6D37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75" r="17314" b="-1"/>
          <a:stretch>
            <a:fillRect/>
          </a:stretch>
        </p:blipFill>
        <p:spPr>
          <a:xfrm>
            <a:off x="296010" y="2306049"/>
            <a:ext cx="4467527" cy="2003872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025628" y="3209925"/>
            <a:ext cx="402371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D8BF506-E173-9691-4D60-946640545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32" y="4566025"/>
            <a:ext cx="4424423" cy="2037686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06895"/>
            <a:ext cx="7580701" cy="1258296"/>
          </a:xfrm>
        </p:spPr>
        <p:txBody>
          <a:bodyPr anchor="t">
            <a:normAutofit/>
          </a:bodyPr>
          <a:lstStyle/>
          <a:p>
            <a:r>
              <a:rPr lang="en-US" sz="3000">
                <a:solidFill>
                  <a:schemeClr val="bg1"/>
                </a:solidFill>
                <a:latin typeface="Walbaum Display"/>
              </a:rPr>
              <a:t>Key </a:t>
            </a:r>
            <a:r>
              <a:rPr lang="en-US" sz="3200">
                <a:solidFill>
                  <a:schemeClr val="bg1"/>
                </a:solidFill>
                <a:latin typeface="Times New Roman"/>
                <a:cs typeface="Times New Roman"/>
              </a:rPr>
              <a:t>Finding</a:t>
            </a:r>
            <a:r>
              <a:rPr lang="en-US" sz="3000">
                <a:solidFill>
                  <a:schemeClr val="bg1"/>
                </a:solidFill>
                <a:latin typeface="Walbaum Display"/>
              </a:rPr>
              <a:t> 2 – Customer Service → Loyalty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112583-E684-B9DA-7F6E-1FE8C00F48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122307"/>
              </p:ext>
            </p:extLst>
          </p:nvPr>
        </p:nvGraphicFramePr>
        <p:xfrm>
          <a:off x="764862" y="3087177"/>
          <a:ext cx="7308277" cy="2454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6498" y="2489737"/>
            <a:ext cx="2782342" cy="183090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800">
                <a:solidFill>
                  <a:schemeClr val="bg1"/>
                </a:solidFill>
                <a:latin typeface="Times New Roman"/>
                <a:cs typeface="Times New Roman"/>
              </a:rPr>
              <a:t>Customer Service Quality vs Loyalty</a:t>
            </a:r>
            <a:br>
              <a:rPr lang="en-US" sz="2800"/>
            </a:br>
            <a:br>
              <a:rPr lang="en-US" sz="2600"/>
            </a:br>
            <a:endParaRPr lang="en-US" sz="2600">
              <a:solidFill>
                <a:schemeClr val="bg1"/>
              </a:solidFill>
            </a:endParaRPr>
          </a:p>
        </p:txBody>
      </p:sp>
      <p:pic>
        <p:nvPicPr>
          <p:cNvPr id="4" name="Picture 3" descr="A computer code with text&#10;&#10;AI-generated content may be incorrect.">
            <a:extLst>
              <a:ext uri="{FF2B5EF4-FFF2-40B4-BE49-F238E27FC236}">
                <a16:creationId xmlns:a16="http://schemas.microsoft.com/office/drawing/2014/main" id="{8384DD3C-4585-0993-17BA-63B1F72991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89" t="8520" r="10971" b="-8520"/>
          <a:stretch>
            <a:fillRect/>
          </a:stretch>
        </p:blipFill>
        <p:spPr>
          <a:xfrm>
            <a:off x="201255" y="399463"/>
            <a:ext cx="4625264" cy="268763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209925"/>
            <a:ext cx="732234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aph with black dots and a blue line&#10;&#10;AI-generated content may be incorrect.">
            <a:extLst>
              <a:ext uri="{FF2B5EF4-FFF2-40B4-BE49-F238E27FC236}">
                <a16:creationId xmlns:a16="http://schemas.microsoft.com/office/drawing/2014/main" id="{928C6270-E109-8164-925F-9FB8174D9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55" y="3572008"/>
            <a:ext cx="4625264" cy="258449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8969" y="1450655"/>
            <a:ext cx="2949022" cy="3956690"/>
          </a:xfrm>
        </p:spPr>
        <p:txBody>
          <a:bodyPr anchor="ctr">
            <a:normAutofit/>
          </a:bodyPr>
          <a:lstStyle/>
          <a:p>
            <a:r>
              <a:rPr lang="en-US" sz="3900">
                <a:solidFill>
                  <a:schemeClr val="bg1"/>
                </a:solidFill>
                <a:latin typeface="Times New Roman"/>
                <a:cs typeface="Times New Roman"/>
              </a:rPr>
              <a:t>Key Finding 3 – Drivers of Productivity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18969" y="1450655"/>
            <a:ext cx="294902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18969" y="5408571"/>
            <a:ext cx="294902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4BFBB0-577A-AF0D-8F71-A6A985AEBA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5682667"/>
              </p:ext>
            </p:extLst>
          </p:nvPr>
        </p:nvGraphicFramePr>
        <p:xfrm>
          <a:off x="4308221" y="685800"/>
          <a:ext cx="4408884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6498" y="1927122"/>
            <a:ext cx="3125834" cy="26244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Times New Roman"/>
                <a:cs typeface="Times New Roman"/>
              </a:rPr>
              <a:t>Customer Loyalty vs Productivity</a:t>
            </a:r>
            <a:br>
              <a:rPr lang="en-US" sz="2800">
                <a:latin typeface="Times New Roman"/>
              </a:rPr>
            </a:br>
            <a:br>
              <a:rPr lang="en-US" sz="3000"/>
            </a:br>
            <a:endParaRPr lang="en-US" sz="30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1C183-FCB7-E305-342B-E8C4C3FC21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11" t="5451" r="12429" b="5205"/>
          <a:stretch>
            <a:fillRect/>
          </a:stretch>
        </p:blipFill>
        <p:spPr>
          <a:xfrm>
            <a:off x="236789" y="387618"/>
            <a:ext cx="4625264" cy="2565673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209925"/>
            <a:ext cx="732234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DD317C5-95B1-BDEB-9360-E6D5B5585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13" y="3430154"/>
            <a:ext cx="4643030" cy="3188284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8721"/>
            <a:ext cx="5615395" cy="970992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bg1"/>
                </a:solidFill>
                <a:latin typeface="Times New Roman"/>
                <a:cs typeface="Times New Roman"/>
              </a:rPr>
              <a:t>Metro</a:t>
            </a:r>
            <a:r>
              <a:rPr lang="en-US" sz="3300">
                <a:solidFill>
                  <a:schemeClr val="bg1"/>
                </a:solidFill>
                <a:latin typeface="Walbaum Display"/>
              </a:rPr>
              <a:t> vs Non‑Metro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5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D5FDB36-1236-1638-C676-9545022164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316306"/>
              </p:ext>
            </p:extLst>
          </p:nvPr>
        </p:nvGraphicFramePr>
        <p:xfrm>
          <a:off x="649637" y="1909192"/>
          <a:ext cx="6483936" cy="3647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2321" y="2033722"/>
            <a:ext cx="3007389" cy="2671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>
                <a:solidFill>
                  <a:schemeClr val="bg1"/>
                </a:solidFill>
              </a:rPr>
              <a:t>Metro vs Non‑Metro Performance</a:t>
            </a:r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endParaRPr lang="en-US" sz="2600">
              <a:solidFill>
                <a:schemeClr val="bg1"/>
              </a:solidFill>
            </a:endParaRPr>
          </a:p>
        </p:txBody>
      </p:sp>
      <p:pic>
        <p:nvPicPr>
          <p:cNvPr id="16" name="Picture 15" descr="A close up of a text&#10;&#10;AI-generated content may be incorrect.">
            <a:extLst>
              <a:ext uri="{FF2B5EF4-FFF2-40B4-BE49-F238E27FC236}">
                <a16:creationId xmlns:a16="http://schemas.microsoft.com/office/drawing/2014/main" id="{E4B7BD69-E1F4-599B-BC15-85A21281A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22" y="239561"/>
            <a:ext cx="5069435" cy="2822444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209925"/>
            <a:ext cx="732234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E2C7D6-F35B-6B6F-A703-385650148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23" y="3357679"/>
            <a:ext cx="5039823" cy="32903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43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7B188-1408-B481-568E-CD0A34BC0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69" y="1450655"/>
            <a:ext cx="2949022" cy="395669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chemeClr val="bg1"/>
                </a:solidFill>
                <a:latin typeface="Times New Roman"/>
                <a:cs typeface="Times New Roman"/>
              </a:rPr>
              <a:t>Correlation Heatmap</a:t>
            </a:r>
            <a:br>
              <a:rPr lang="en-US" sz="3600">
                <a:latin typeface="Times New Roman"/>
              </a:rPr>
            </a:br>
            <a:endParaRPr lang="en-US" sz="3900">
              <a:solidFill>
                <a:schemeClr val="bg1"/>
              </a:solidFill>
              <a:latin typeface="Walbaum Display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7504E-5703-07D8-160D-7C3FF504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8969" y="1008369"/>
            <a:ext cx="2959376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</a:rPr>
              <a:t>
              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18969" y="1450655"/>
            <a:ext cx="294902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18969" y="5408571"/>
            <a:ext cx="294902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B111D8-C700-4BB8-36CB-EEF4A6EC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8969" y="5562894"/>
            <a:ext cx="294902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81FB729-6076-403B-90D9-7C9D28D2AFA9}" type="datetime1">
              <a:rPr lang="en-US">
                <a:solidFill>
                  <a:schemeClr val="bg1">
                    <a:lumMod val="50000"/>
                  </a:schemeClr>
                </a:solidFill>
              </a:rPr>
              <a:pPr>
                <a:spcAft>
                  <a:spcPts val="600"/>
                </a:spcAft>
              </a:pPr>
              <a:t>12/13/2025</a:t>
            </a:fld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B557D-C000-D681-404F-A9A5C888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5399" y="6356350"/>
            <a:ext cx="1538081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5E4DE196-8A13-4FF7-A07E-102851959EAB}" type="slidenum">
              <a:rPr lang="en-US">
                <a:solidFill>
                  <a:schemeClr val="bg1">
                    <a:lumMod val="50000"/>
                  </a:schemeClr>
                </a:solidFill>
              </a:rPr>
              <a:pPr algn="l">
                <a:spcAft>
                  <a:spcPts val="600"/>
                </a:spcAft>
              </a:pPr>
              <a:t>14</a:t>
            </a:fld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4" name="Content Placeholder 5">
            <a:extLst>
              <a:ext uri="{FF2B5EF4-FFF2-40B4-BE49-F238E27FC236}">
                <a16:creationId xmlns:a16="http://schemas.microsoft.com/office/drawing/2014/main" id="{46DAA2CA-4238-A27B-7749-FAF22ED93A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170200"/>
              </p:ext>
            </p:extLst>
          </p:nvPr>
        </p:nvGraphicFramePr>
        <p:xfrm>
          <a:off x="4296376" y="685800"/>
          <a:ext cx="4408884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8684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9F113A-2F60-03D3-303A-A6B631D60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62E42-6D22-E94E-4FAE-51C4DBE3B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498" y="1422400"/>
            <a:ext cx="412908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bg1"/>
                </a:solidFill>
                <a:latin typeface="Times New Roman"/>
                <a:cs typeface="Times New Roman"/>
              </a:rPr>
              <a:t>Employee → Customer → Performance Chain</a:t>
            </a:r>
          </a:p>
        </p:txBody>
      </p:sp>
      <p:pic>
        <p:nvPicPr>
          <p:cNvPr id="12" name="Picture 11" descr="A close-up of a graph&#10;&#10;AI-generated content may be incorrect.">
            <a:extLst>
              <a:ext uri="{FF2B5EF4-FFF2-40B4-BE49-F238E27FC236}">
                <a16:creationId xmlns:a16="http://schemas.microsoft.com/office/drawing/2014/main" id="{E2D1A5B8-E435-CF81-9143-94CF8956D1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4" r="19411" b="1"/>
          <a:stretch>
            <a:fillRect/>
          </a:stretch>
        </p:blipFill>
        <p:spPr>
          <a:xfrm>
            <a:off x="5399735" y="340240"/>
            <a:ext cx="3649610" cy="2840025"/>
          </a:xfrm>
          <a:prstGeom prst="rect">
            <a:avLst/>
          </a:prstGeom>
        </p:spPr>
      </p:pic>
      <p:pic>
        <p:nvPicPr>
          <p:cNvPr id="42" name="Picture 41" descr="A diagram of heatmap&#10;&#10;AI-generated content may be incorrect.">
            <a:extLst>
              <a:ext uri="{FF2B5EF4-FFF2-40B4-BE49-F238E27FC236}">
                <a16:creationId xmlns:a16="http://schemas.microsoft.com/office/drawing/2014/main" id="{ED21C042-18CA-B35C-5A62-F83DC28EA1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2" r="4576" b="-1"/>
          <a:stretch>
            <a:fillRect/>
          </a:stretch>
        </p:blipFill>
        <p:spPr>
          <a:xfrm>
            <a:off x="5417500" y="3429000"/>
            <a:ext cx="3631844" cy="3005848"/>
          </a:xfrm>
          <a:prstGeom prst="rect">
            <a:avLst/>
          </a:prstGeom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36382" y="115193"/>
            <a:ext cx="0" cy="6627614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0FB8E6CF-61A1-4A48-ADE0-5AE823AF1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5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557189"/>
            <a:ext cx="3866447" cy="5571899"/>
          </a:xfrm>
        </p:spPr>
        <p:txBody>
          <a:bodyPr>
            <a:normAutofit/>
          </a:bodyPr>
          <a:lstStyle/>
          <a:p>
            <a:br>
              <a:rPr lang="en-US"/>
            </a:br>
            <a:br>
              <a:rPr lang="en-US"/>
            </a:br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Cluster Analysis</a:t>
            </a:r>
            <a:br>
              <a:rPr lang="en-US">
                <a:latin typeface="Times New Roman"/>
              </a:rPr>
            </a:b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25D222-7206-8610-D7EF-21592EC714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537863"/>
              </p:ext>
            </p:extLst>
          </p:nvPr>
        </p:nvGraphicFramePr>
        <p:xfrm>
          <a:off x="4646531" y="557189"/>
          <a:ext cx="3868818" cy="5571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28" y="707132"/>
            <a:ext cx="2296715" cy="3335164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2300"/>
            </a:br>
            <a:br>
              <a:rPr lang="en-US" sz="2300"/>
            </a:br>
            <a:r>
              <a:rPr lang="en-US" sz="4000">
                <a:solidFill>
                  <a:schemeClr val="bg1"/>
                </a:solidFill>
                <a:latin typeface="Times New Roman"/>
                <a:cs typeface="Times New Roman"/>
              </a:rPr>
              <a:t>Branch Clusters (PCA)</a:t>
            </a:r>
            <a:br>
              <a:rPr lang="en-US" sz="2300"/>
            </a:br>
            <a:br>
              <a:rPr lang="en-US" sz="2300"/>
            </a:br>
            <a:br>
              <a:rPr lang="en-US" sz="2300"/>
            </a:br>
            <a:endParaRPr lang="en-US" sz="2300">
              <a:solidFill>
                <a:schemeClr val="bg1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D56347-09C1-E861-12D2-8C282F0D03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43" t="184" r="211" b="-184"/>
          <a:stretch>
            <a:fillRect/>
          </a:stretch>
        </p:blipFill>
        <p:spPr>
          <a:xfrm>
            <a:off x="468609" y="175562"/>
            <a:ext cx="4286867" cy="1983386"/>
          </a:xfrm>
          <a:prstGeom prst="rect">
            <a:avLst/>
          </a:prstGeom>
        </p:spPr>
      </p:pic>
      <p:pic>
        <p:nvPicPr>
          <p:cNvPr id="4" name="Picture 3" descr="65dcbd84-12fd-4a18-b557-30c90e9a22f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24" y="2293123"/>
            <a:ext cx="4336195" cy="1955836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025628" y="3209925"/>
            <a:ext cx="402371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AB3CFC98-2493-91DA-06EF-E60C7A90A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13" y="4488575"/>
            <a:ext cx="4375717" cy="1936915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6A3C11F-06C7-4C4D-A907-4F4DAA902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060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450655"/>
            <a:ext cx="2949023" cy="395669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Conclusion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108061"/>
            <a:ext cx="3756675" cy="45719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chemeClr val="bg1"/>
                </a:solidFill>
              </a:rPr>
              <a:t>•</a:t>
            </a:r>
            <a:r>
              <a:rPr lang="en-US" sz="2000">
                <a:solidFill>
                  <a:schemeClr val="bg1"/>
                </a:solidFill>
                <a:latin typeface="Times New Roman"/>
                <a:cs typeface="Times New Roman"/>
              </a:rPr>
              <a:t> Employee conditions shape customer outcomes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Times New Roman"/>
                <a:cs typeface="Times New Roman"/>
              </a:rPr>
              <a:t>• Service quality strongly drives loyalty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Times New Roman"/>
                <a:cs typeface="Times New Roman"/>
              </a:rPr>
              <a:t>• Productivity driven more by volume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Times New Roman"/>
                <a:cs typeface="Times New Roman"/>
              </a:rPr>
              <a:t>• Supports NCB’s strategic planning</a:t>
            </a: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32C9B1-30E7-47F5-A52C-C6F14B3E4FA2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617D826F1D2A49AF5B75A1BDB318A3" ma:contentTypeVersion="3" ma:contentTypeDescription="Create a new document." ma:contentTypeScope="" ma:versionID="8098b4ed09d998020aa85295e1d1602b">
  <xsd:schema xmlns:xsd="http://www.w3.org/2001/XMLSchema" xmlns:xs="http://www.w3.org/2001/XMLSchema" xmlns:p="http://schemas.microsoft.com/office/2006/metadata/properties" xmlns:ns3="424bea76-c5fe-4800-bb7c-9ec36184ba1c" targetNamespace="http://schemas.microsoft.com/office/2006/metadata/properties" ma:root="true" ma:fieldsID="b2c21ea8e4bf306971ffce1b93579bec" ns3:_="">
    <xsd:import namespace="424bea76-c5fe-4800-bb7c-9ec36184ba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bea76-c5fe-4800-bb7c-9ec36184ba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E576F1-8FB5-484A-AB01-DB51BF5FA0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6B11C-8CB9-41A5-90FF-F13F56D9DC55}">
  <ds:schemaRefs>
    <ds:schemaRef ds:uri="424bea76-c5fe-4800-bb7c-9ec36184ba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8C87EBE-D3CA-453A-8221-6243BB897C39}">
  <ds:schemaRefs>
    <ds:schemaRef ds:uri="424bea76-c5fe-4800-bb7c-9ec36184ba1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NCB Analytics Project Employee Engagement, Customer Satisfaction &amp; Branch Performance</vt:lpstr>
      <vt:lpstr>Agenda</vt:lpstr>
      <vt:lpstr>Introduction</vt:lpstr>
      <vt:lpstr>Data Overview</vt:lpstr>
      <vt:lpstr>Methods</vt:lpstr>
      <vt:lpstr>Key Finding 1 – Employee → Customer Service</vt:lpstr>
      <vt:lpstr>Employee Engagement vs Service Quality</vt:lpstr>
      <vt:lpstr>Key Finding 2 – Customer Service → Loyalty</vt:lpstr>
      <vt:lpstr>Customer Service Quality vs Loyalty  </vt:lpstr>
      <vt:lpstr>Key Finding 3 – Drivers of Productivity</vt:lpstr>
      <vt:lpstr>Customer Loyalty vs Productivity  </vt:lpstr>
      <vt:lpstr>Metro vs Non‑Metro</vt:lpstr>
      <vt:lpstr>Metro vs Non‑Metro Performance   </vt:lpstr>
      <vt:lpstr>Correlation Heatmap </vt:lpstr>
      <vt:lpstr>Employee → Customer → Performance Chain</vt:lpstr>
      <vt:lpstr>  Cluster Analysis </vt:lpstr>
      <vt:lpstr>  Branch Clusters (PCA)  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Sanjani Ksheerasagar</dc:creator>
  <cp:keywords/>
  <dc:description>generated using python-pptx</dc:description>
  <cp:revision>6</cp:revision>
  <dcterms:created xsi:type="dcterms:W3CDTF">2013-01-27T09:14:16Z</dcterms:created>
  <dcterms:modified xsi:type="dcterms:W3CDTF">2025-12-13T19:29:28Z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0x01010031617D826F1D2A49AF5B75A1BDB318A3</vt:lpwstr>
  </property>
</Properties>
</file>